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2" r:id="rId1"/>
  </p:sldMasterIdLst>
  <p:sldIdLst>
    <p:sldId id="257" r:id="rId2"/>
    <p:sldId id="258" r:id="rId3"/>
    <p:sldId id="260" r:id="rId4"/>
    <p:sldId id="261" r:id="rId5"/>
    <p:sldId id="265" r:id="rId6"/>
    <p:sldId id="262" r:id="rId7"/>
    <p:sldId id="263" r:id="rId8"/>
    <p:sldId id="259" r:id="rId9"/>
    <p:sldId id="264" r:id="rId10"/>
    <p:sldId id="267" r:id="rId11"/>
    <p:sldId id="266" r:id="rId12"/>
    <p:sldId id="268" r:id="rId13"/>
    <p:sldId id="269" r:id="rId14"/>
    <p:sldId id="271" r:id="rId15"/>
    <p:sldId id="272" r:id="rId16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 xmlns="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802" autoAdjust="0"/>
    <p:restoredTop sz="94660"/>
  </p:normalViewPr>
  <p:slideViewPr>
    <p:cSldViewPr snapToGrid="0">
      <p:cViewPr varScale="1">
        <p:scale>
          <a:sx n="51" d="100"/>
          <a:sy n="51" d="100"/>
        </p:scale>
        <p:origin x="-588" y="-9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_rels/data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_rels/drawing1.xml.rels><?xml version="1.0" encoding="UTF-8" standalone="yes"?>
<Relationships xmlns="http://schemas.openxmlformats.org/package/2006/relationships"><Relationship Id="rId1" Type="http://schemas.openxmlformats.org/officeDocument/2006/relationships/image" Target="../media/image6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F0DEE680-7EF2-4F79-AFC0-43E8227C2D6C}" type="doc">
      <dgm:prSet loTypeId="urn:microsoft.com/office/officeart/2005/8/layout/hList3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09F263F2-BE98-4988-ACA4-65B3E018443C}">
      <dgm:prSet phldrT="[Texto]" custT="1"/>
      <dgm:spPr>
        <a:blipFill rotWithShape="0">
          <a:blip xmlns:r="http://schemas.openxmlformats.org/officeDocument/2006/relationships" r:embed="rId1"/>
          <a:stretch>
            <a:fillRect/>
          </a:stretch>
        </a:blipFill>
      </dgm:spPr>
      <dgm:t>
        <a:bodyPr anchor="t"/>
        <a:lstStyle/>
        <a:p>
          <a:pPr>
            <a:lnSpc>
              <a:spcPct val="100000"/>
            </a:lnSpc>
            <a:spcAft>
              <a:spcPts val="200"/>
            </a:spcAft>
          </a:pPr>
          <a:r>
            <a:rPr lang="pt-BR" sz="1800" dirty="0" smtClean="0"/>
            <a:t>Interação </a:t>
          </a:r>
        </a:p>
        <a:p>
          <a:pPr>
            <a:lnSpc>
              <a:spcPct val="100000"/>
            </a:lnSpc>
            <a:spcAft>
              <a:spcPts val="200"/>
            </a:spcAft>
          </a:pPr>
          <a:r>
            <a:rPr lang="pt-BR" sz="1800" dirty="0" smtClean="0"/>
            <a:t>(mundo externo)</a:t>
          </a:r>
          <a:endParaRPr lang="pt-BR" sz="1800" dirty="0"/>
        </a:p>
      </dgm:t>
    </dgm:pt>
    <dgm:pt modelId="{BB5BFD3E-5A9C-4C3D-A4D6-F88803340B83}" type="parTrans" cxnId="{D52C97C6-38DD-4EE3-A3C7-1CD82A2A94AD}">
      <dgm:prSet/>
      <dgm:spPr/>
      <dgm:t>
        <a:bodyPr/>
        <a:lstStyle/>
        <a:p>
          <a:endParaRPr lang="pt-BR"/>
        </a:p>
      </dgm:t>
    </dgm:pt>
    <dgm:pt modelId="{2A2FAA4C-78FA-489C-BE6A-3125F82921AD}" type="sibTrans" cxnId="{D52C97C6-38DD-4EE3-A3C7-1CD82A2A94AD}">
      <dgm:prSet/>
      <dgm:spPr/>
      <dgm:t>
        <a:bodyPr/>
        <a:lstStyle/>
        <a:p>
          <a:endParaRPr lang="pt-BR"/>
        </a:p>
      </dgm:t>
    </dgm:pt>
    <dgm:pt modelId="{2AAB5090-DF87-43DB-90A0-68C36081E227}">
      <dgm:prSet phldrT="[Texto]" custT="1"/>
      <dgm:spPr/>
      <dgm:t>
        <a:bodyPr vert="wordArtVert" anchor="t"/>
        <a:lstStyle/>
        <a:p>
          <a:pPr algn="ctr"/>
          <a:r>
            <a:rPr lang="pt-BR" sz="1400" dirty="0" smtClean="0"/>
            <a:t>Memória Longa Duração</a:t>
          </a:r>
          <a:endParaRPr lang="pt-BR" sz="1400" dirty="0"/>
        </a:p>
      </dgm:t>
    </dgm:pt>
    <dgm:pt modelId="{A4348730-7A9D-4139-BE32-424090651EB5}" type="parTrans" cxnId="{EF7993CF-4ECB-41A3-BB54-E905EA519060}">
      <dgm:prSet/>
      <dgm:spPr/>
      <dgm:t>
        <a:bodyPr/>
        <a:lstStyle/>
        <a:p>
          <a:endParaRPr lang="pt-BR"/>
        </a:p>
      </dgm:t>
    </dgm:pt>
    <dgm:pt modelId="{35ED73BE-4964-460F-AA0A-40BA5785D37E}" type="sibTrans" cxnId="{EF7993CF-4ECB-41A3-BB54-E905EA519060}">
      <dgm:prSet/>
      <dgm:spPr/>
      <dgm:t>
        <a:bodyPr/>
        <a:lstStyle/>
        <a:p>
          <a:endParaRPr lang="pt-BR"/>
        </a:p>
      </dgm:t>
    </dgm:pt>
    <dgm:pt modelId="{EAD38850-F35C-41E5-B976-CCF556D1472C}">
      <dgm:prSet phldrT="[Texto]" custT="1"/>
      <dgm:spPr/>
      <dgm:t>
        <a:bodyPr/>
        <a:lstStyle/>
        <a:p>
          <a:endParaRPr lang="pt-BR" sz="1300" dirty="0" smtClean="0">
            <a:solidFill>
              <a:srgbClr val="002060"/>
            </a:solidFill>
          </a:endParaRPr>
        </a:p>
        <a:p>
          <a:r>
            <a:rPr lang="pt-BR" sz="1300" dirty="0" smtClean="0">
              <a:solidFill>
                <a:srgbClr val="002060"/>
              </a:solidFill>
            </a:rPr>
            <a:t>Identificação</a:t>
          </a:r>
          <a:r>
            <a:rPr lang="pt-BR" sz="1300" dirty="0" smtClean="0">
              <a:solidFill>
                <a:srgbClr val="7030A0"/>
              </a:solidFill>
            </a:rPr>
            <a:t> </a:t>
          </a:r>
          <a:r>
            <a:rPr lang="pt-BR" sz="1300" dirty="0" smtClean="0"/>
            <a:t>                                .</a:t>
          </a:r>
        </a:p>
        <a:p>
          <a:r>
            <a:rPr lang="pt-BR" sz="1300" dirty="0" smtClean="0">
              <a:solidFill>
                <a:srgbClr val="002060"/>
              </a:solidFill>
            </a:rPr>
            <a:t>Simbolização</a:t>
          </a:r>
          <a:r>
            <a:rPr lang="pt-BR" sz="1300" dirty="0" smtClean="0"/>
            <a:t>                          </a:t>
          </a:r>
          <a:r>
            <a:rPr lang="pt-BR" sz="1300" dirty="0" smtClean="0">
              <a:solidFill>
                <a:srgbClr val="0070C0"/>
              </a:solidFill>
            </a:rPr>
            <a:t>(Arte)</a:t>
          </a:r>
        </a:p>
        <a:p>
          <a:r>
            <a:rPr lang="pt-BR" sz="1300" dirty="0" smtClean="0">
              <a:solidFill>
                <a:srgbClr val="002060"/>
              </a:solidFill>
            </a:rPr>
            <a:t>Contextualização</a:t>
          </a:r>
          <a:r>
            <a:rPr lang="pt-BR" sz="1300" dirty="0" smtClean="0"/>
            <a:t>                </a:t>
          </a:r>
          <a:r>
            <a:rPr lang="pt-BR" sz="1300" dirty="0" smtClean="0">
              <a:solidFill>
                <a:srgbClr val="0070C0"/>
              </a:solidFill>
            </a:rPr>
            <a:t>História)</a:t>
          </a:r>
        </a:p>
        <a:p>
          <a:r>
            <a:rPr lang="pt-BR" sz="1300" dirty="0" smtClean="0">
              <a:solidFill>
                <a:srgbClr val="002060"/>
              </a:solidFill>
            </a:rPr>
            <a:t>Ideação</a:t>
          </a:r>
          <a:r>
            <a:rPr lang="pt-BR" sz="1300" dirty="0" smtClean="0"/>
            <a:t>                       </a:t>
          </a:r>
          <a:r>
            <a:rPr lang="pt-BR" sz="1300" dirty="0" smtClean="0">
              <a:solidFill>
                <a:srgbClr val="0070C0"/>
              </a:solidFill>
            </a:rPr>
            <a:t>(organização)</a:t>
          </a:r>
        </a:p>
        <a:p>
          <a:r>
            <a:rPr lang="pt-BR" sz="1300" dirty="0" smtClean="0">
              <a:solidFill>
                <a:srgbClr val="002060"/>
              </a:solidFill>
            </a:rPr>
            <a:t>Problematização</a:t>
          </a:r>
          <a:r>
            <a:rPr lang="pt-BR" sz="1300" dirty="0" smtClean="0"/>
            <a:t>                            .</a:t>
          </a:r>
        </a:p>
        <a:p>
          <a:r>
            <a:rPr lang="pt-BR" sz="1300" dirty="0" smtClean="0">
              <a:solidFill>
                <a:srgbClr val="002060"/>
              </a:solidFill>
            </a:rPr>
            <a:t>Processamento</a:t>
          </a:r>
          <a:r>
            <a:rPr lang="pt-BR" sz="1300" dirty="0" smtClean="0"/>
            <a:t> </a:t>
          </a:r>
          <a:r>
            <a:rPr lang="pt-BR" sz="1300" dirty="0" smtClean="0">
              <a:solidFill>
                <a:srgbClr val="0070C0"/>
              </a:solidFill>
            </a:rPr>
            <a:t>(Lógica, Mat. </a:t>
          </a:r>
          <a:r>
            <a:rPr lang="pt-BR" sz="1300" dirty="0" err="1" smtClean="0">
              <a:solidFill>
                <a:srgbClr val="0070C0"/>
              </a:solidFill>
            </a:rPr>
            <a:t>Emoc</a:t>
          </a:r>
          <a:r>
            <a:rPr lang="pt-BR" sz="1300" dirty="0" smtClean="0">
              <a:solidFill>
                <a:srgbClr val="0070C0"/>
              </a:solidFill>
            </a:rPr>
            <a:t>.)</a:t>
          </a:r>
        </a:p>
        <a:p>
          <a:r>
            <a:rPr lang="pt-BR" sz="1300" dirty="0" smtClean="0">
              <a:solidFill>
                <a:srgbClr val="7030A0"/>
              </a:solidFill>
            </a:rPr>
            <a:t>Imaginação</a:t>
          </a:r>
          <a:r>
            <a:rPr lang="pt-BR" sz="1300" dirty="0" smtClean="0"/>
            <a:t>                         .</a:t>
          </a:r>
        </a:p>
        <a:p>
          <a:r>
            <a:rPr lang="pt-BR" sz="1300" dirty="0" smtClean="0">
              <a:solidFill>
                <a:srgbClr val="7030A0"/>
              </a:solidFill>
            </a:rPr>
            <a:t>Correlação</a:t>
          </a:r>
          <a:r>
            <a:rPr lang="pt-BR" sz="1300" dirty="0" smtClean="0"/>
            <a:t>                          .</a:t>
          </a:r>
        </a:p>
        <a:p>
          <a:r>
            <a:rPr lang="pt-BR" sz="1300" dirty="0" smtClean="0">
              <a:solidFill>
                <a:srgbClr val="7030A0"/>
              </a:solidFill>
            </a:rPr>
            <a:t>Interpretação</a:t>
          </a:r>
          <a:r>
            <a:rPr lang="pt-BR" sz="1300" dirty="0" smtClean="0"/>
            <a:t>                      .</a:t>
          </a:r>
        </a:p>
        <a:p>
          <a:r>
            <a:rPr lang="pt-BR" sz="1300" dirty="0" smtClean="0">
              <a:solidFill>
                <a:srgbClr val="7030A0"/>
              </a:solidFill>
            </a:rPr>
            <a:t>Decisão</a:t>
          </a:r>
          <a:r>
            <a:rPr lang="pt-BR" sz="1300" dirty="0" smtClean="0"/>
            <a:t>                               .</a:t>
          </a:r>
        </a:p>
        <a:p>
          <a:r>
            <a:rPr lang="pt-BR" sz="1300" dirty="0" smtClean="0">
              <a:solidFill>
                <a:srgbClr val="7030A0"/>
              </a:solidFill>
            </a:rPr>
            <a:t>Avaliação</a:t>
          </a:r>
          <a:r>
            <a:rPr lang="pt-BR" sz="1300" dirty="0" smtClean="0"/>
            <a:t>                             .</a:t>
          </a:r>
        </a:p>
        <a:p>
          <a:r>
            <a:rPr lang="pt-BR" sz="1300" dirty="0" smtClean="0">
              <a:solidFill>
                <a:srgbClr val="FF0000"/>
              </a:solidFill>
            </a:rPr>
            <a:t>Projeção</a:t>
          </a:r>
          <a:r>
            <a:rPr lang="pt-BR" sz="1300" dirty="0" smtClean="0"/>
            <a:t>        </a:t>
          </a:r>
          <a:r>
            <a:rPr lang="pt-BR" sz="1300" dirty="0" smtClean="0">
              <a:solidFill>
                <a:srgbClr val="0070C0"/>
              </a:solidFill>
            </a:rPr>
            <a:t>(Espaço Tempo)</a:t>
          </a:r>
        </a:p>
        <a:p>
          <a:r>
            <a:rPr lang="pt-BR" sz="1300" dirty="0" smtClean="0">
              <a:solidFill>
                <a:srgbClr val="FF0000"/>
              </a:solidFill>
            </a:rPr>
            <a:t>Criação</a:t>
          </a:r>
          <a:r>
            <a:rPr lang="pt-BR" sz="1300" dirty="0" smtClean="0"/>
            <a:t>                               .</a:t>
          </a:r>
        </a:p>
        <a:p>
          <a:r>
            <a:rPr lang="pt-BR" sz="1800" b="1" dirty="0" smtClean="0">
              <a:solidFill>
                <a:srgbClr val="C00000"/>
              </a:solidFill>
            </a:rPr>
            <a:t>ANCORAGEM</a:t>
          </a:r>
          <a:endParaRPr lang="pt-BR" sz="1800" b="1" dirty="0">
            <a:solidFill>
              <a:srgbClr val="C00000"/>
            </a:solidFill>
          </a:endParaRPr>
        </a:p>
      </dgm:t>
    </dgm:pt>
    <dgm:pt modelId="{6A97FCF3-1079-4843-960B-F3577B473BAD}" type="parTrans" cxnId="{3C9378BE-765B-49C2-89CF-E364B82EB105}">
      <dgm:prSet/>
      <dgm:spPr/>
      <dgm:t>
        <a:bodyPr/>
        <a:lstStyle/>
        <a:p>
          <a:endParaRPr lang="pt-BR"/>
        </a:p>
      </dgm:t>
    </dgm:pt>
    <dgm:pt modelId="{E2C3FC12-93BA-4BA3-9D03-47E5BC91CDCF}" type="sibTrans" cxnId="{3C9378BE-765B-49C2-89CF-E364B82EB105}">
      <dgm:prSet/>
      <dgm:spPr/>
      <dgm:t>
        <a:bodyPr/>
        <a:lstStyle/>
        <a:p>
          <a:endParaRPr lang="pt-BR"/>
        </a:p>
      </dgm:t>
    </dgm:pt>
    <dgm:pt modelId="{E7F4B341-1AB3-4A38-BC09-AB3968541AEB}">
      <dgm:prSet phldrT="[Texto]" custT="1"/>
      <dgm:spPr/>
      <dgm:t>
        <a:bodyPr vert="wordArtVert" anchor="ctr" anchorCtr="0"/>
        <a:lstStyle/>
        <a:p>
          <a:pPr algn="ctr"/>
          <a:r>
            <a:rPr lang="pt-BR" sz="1400" dirty="0" smtClean="0"/>
            <a:t>Memória Curta Duração</a:t>
          </a:r>
          <a:endParaRPr lang="pt-BR" sz="1400" dirty="0"/>
        </a:p>
      </dgm:t>
    </dgm:pt>
    <dgm:pt modelId="{F32A37FD-012D-4E92-8388-12A7A7CD6F10}" type="parTrans" cxnId="{D5852368-9D8A-468D-80DF-5ED18815F1B9}">
      <dgm:prSet/>
      <dgm:spPr/>
      <dgm:t>
        <a:bodyPr/>
        <a:lstStyle/>
        <a:p>
          <a:endParaRPr lang="pt-BR"/>
        </a:p>
      </dgm:t>
    </dgm:pt>
    <dgm:pt modelId="{2D5798D6-0C39-4844-B2A9-131CD0CC118C}" type="sibTrans" cxnId="{D5852368-9D8A-468D-80DF-5ED18815F1B9}">
      <dgm:prSet/>
      <dgm:spPr/>
      <dgm:t>
        <a:bodyPr/>
        <a:lstStyle/>
        <a:p>
          <a:endParaRPr lang="pt-BR"/>
        </a:p>
      </dgm:t>
    </dgm:pt>
    <dgm:pt modelId="{54E2AD97-85B5-426F-A1B8-BBE56E7A2CC7}" type="pres">
      <dgm:prSet presAssocID="{F0DEE680-7EF2-4F79-AFC0-43E8227C2D6C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C1291939-4DFB-4571-A470-E515CCF212C4}" type="pres">
      <dgm:prSet presAssocID="{09F263F2-BE98-4988-ACA4-65B3E018443C}" presName="roof" presStyleLbl="dkBgShp" presStyleIdx="0" presStyleCnt="2" custLinFactNeighborX="1265" custLinFactNeighborY="-365"/>
      <dgm:spPr/>
      <dgm:t>
        <a:bodyPr/>
        <a:lstStyle/>
        <a:p>
          <a:endParaRPr lang="pt-BR"/>
        </a:p>
      </dgm:t>
    </dgm:pt>
    <dgm:pt modelId="{84710929-92AE-46A5-82AD-5E89C8081FCC}" type="pres">
      <dgm:prSet presAssocID="{09F263F2-BE98-4988-ACA4-65B3E018443C}" presName="pillars" presStyleCnt="0"/>
      <dgm:spPr/>
    </dgm:pt>
    <dgm:pt modelId="{0CC27C91-8491-49CF-93E6-2FEBF9E1A980}" type="pres">
      <dgm:prSet presAssocID="{09F263F2-BE98-4988-ACA4-65B3E018443C}" presName="pillar1" presStyleLbl="node1" presStyleIdx="0" presStyleCnt="3" custScaleX="33889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0A280A1-8202-4BC8-A73D-8DFC18B0C3C5}" type="pres">
      <dgm:prSet presAssocID="{EAD38850-F35C-41E5-B976-CCF556D1472C}" presName="pillarX" presStyleLbl="node1" presStyleIdx="1" presStyleCnt="3" custScaleX="61157" custScaleY="105939" custLinFactNeighborX="-288" custLinFactNeighborY="-517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26645161-B1C7-4C07-BDC5-87F91C97DBCE}" type="pres">
      <dgm:prSet presAssocID="{E7F4B341-1AB3-4A38-BC09-AB3968541AEB}" presName="pillarX" presStyleLbl="node1" presStyleIdx="2" presStyleCnt="3" custScaleX="40357" custScaleY="101487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BD06AA59-5B76-4A83-92BE-BAC6EABFB7D3}" type="pres">
      <dgm:prSet presAssocID="{09F263F2-BE98-4988-ACA4-65B3E018443C}" presName="base" presStyleLbl="dkBgShp" presStyleIdx="1" presStyleCnt="2" custScaleY="67677"/>
      <dgm:spPr/>
    </dgm:pt>
  </dgm:ptLst>
  <dgm:cxnLst>
    <dgm:cxn modelId="{D5852368-9D8A-468D-80DF-5ED18815F1B9}" srcId="{09F263F2-BE98-4988-ACA4-65B3E018443C}" destId="{E7F4B341-1AB3-4A38-BC09-AB3968541AEB}" srcOrd="2" destOrd="0" parTransId="{F32A37FD-012D-4E92-8388-12A7A7CD6F10}" sibTransId="{2D5798D6-0C39-4844-B2A9-131CD0CC118C}"/>
    <dgm:cxn modelId="{33F3A788-5F57-4BFD-B01C-BDD9BF384C33}" type="presOf" srcId="{2AAB5090-DF87-43DB-90A0-68C36081E227}" destId="{0CC27C91-8491-49CF-93E6-2FEBF9E1A980}" srcOrd="0" destOrd="0" presId="urn:microsoft.com/office/officeart/2005/8/layout/hList3"/>
    <dgm:cxn modelId="{776AF1A5-95CB-4C42-B9AA-1BA3669C9A2D}" type="presOf" srcId="{F0DEE680-7EF2-4F79-AFC0-43E8227C2D6C}" destId="{54E2AD97-85B5-426F-A1B8-BBE56E7A2CC7}" srcOrd="0" destOrd="0" presId="urn:microsoft.com/office/officeart/2005/8/layout/hList3"/>
    <dgm:cxn modelId="{7B9233C3-0C45-489B-9DB8-3694541D97DE}" type="presOf" srcId="{09F263F2-BE98-4988-ACA4-65B3E018443C}" destId="{C1291939-4DFB-4571-A470-E515CCF212C4}" srcOrd="0" destOrd="0" presId="urn:microsoft.com/office/officeart/2005/8/layout/hList3"/>
    <dgm:cxn modelId="{D52C97C6-38DD-4EE3-A3C7-1CD82A2A94AD}" srcId="{F0DEE680-7EF2-4F79-AFC0-43E8227C2D6C}" destId="{09F263F2-BE98-4988-ACA4-65B3E018443C}" srcOrd="0" destOrd="0" parTransId="{BB5BFD3E-5A9C-4C3D-A4D6-F88803340B83}" sibTransId="{2A2FAA4C-78FA-489C-BE6A-3125F82921AD}"/>
    <dgm:cxn modelId="{C9078CD1-10F1-47A1-B03D-A4A5E8830984}" type="presOf" srcId="{E7F4B341-1AB3-4A38-BC09-AB3968541AEB}" destId="{26645161-B1C7-4C07-BDC5-87F91C97DBCE}" srcOrd="0" destOrd="0" presId="urn:microsoft.com/office/officeart/2005/8/layout/hList3"/>
    <dgm:cxn modelId="{EF7993CF-4ECB-41A3-BB54-E905EA519060}" srcId="{09F263F2-BE98-4988-ACA4-65B3E018443C}" destId="{2AAB5090-DF87-43DB-90A0-68C36081E227}" srcOrd="0" destOrd="0" parTransId="{A4348730-7A9D-4139-BE32-424090651EB5}" sibTransId="{35ED73BE-4964-460F-AA0A-40BA5785D37E}"/>
    <dgm:cxn modelId="{10FBA51C-BFBE-4BCF-8B24-F68CE9414B6E}" type="presOf" srcId="{EAD38850-F35C-41E5-B976-CCF556D1472C}" destId="{10A280A1-8202-4BC8-A73D-8DFC18B0C3C5}" srcOrd="0" destOrd="0" presId="urn:microsoft.com/office/officeart/2005/8/layout/hList3"/>
    <dgm:cxn modelId="{3C9378BE-765B-49C2-89CF-E364B82EB105}" srcId="{09F263F2-BE98-4988-ACA4-65B3E018443C}" destId="{EAD38850-F35C-41E5-B976-CCF556D1472C}" srcOrd="1" destOrd="0" parTransId="{6A97FCF3-1079-4843-960B-F3577B473BAD}" sibTransId="{E2C3FC12-93BA-4BA3-9D03-47E5BC91CDCF}"/>
    <dgm:cxn modelId="{9B31896F-5E5B-45D8-85FF-631F090A5920}" type="presParOf" srcId="{54E2AD97-85B5-426F-A1B8-BBE56E7A2CC7}" destId="{C1291939-4DFB-4571-A470-E515CCF212C4}" srcOrd="0" destOrd="0" presId="urn:microsoft.com/office/officeart/2005/8/layout/hList3"/>
    <dgm:cxn modelId="{13221F55-C36E-422F-86B9-C256D6BA32EE}" type="presParOf" srcId="{54E2AD97-85B5-426F-A1B8-BBE56E7A2CC7}" destId="{84710929-92AE-46A5-82AD-5E89C8081FCC}" srcOrd="1" destOrd="0" presId="urn:microsoft.com/office/officeart/2005/8/layout/hList3"/>
    <dgm:cxn modelId="{C5D3B01D-E85B-42E3-A178-6BB8B6748BA4}" type="presParOf" srcId="{84710929-92AE-46A5-82AD-5E89C8081FCC}" destId="{0CC27C91-8491-49CF-93E6-2FEBF9E1A980}" srcOrd="0" destOrd="0" presId="urn:microsoft.com/office/officeart/2005/8/layout/hList3"/>
    <dgm:cxn modelId="{D61AD9B4-3EDD-47A4-8F07-7E57BA3D8E8E}" type="presParOf" srcId="{84710929-92AE-46A5-82AD-5E89C8081FCC}" destId="{10A280A1-8202-4BC8-A73D-8DFC18B0C3C5}" srcOrd="1" destOrd="0" presId="urn:microsoft.com/office/officeart/2005/8/layout/hList3"/>
    <dgm:cxn modelId="{41F7F791-45E2-42FC-89AF-B770C64E96DC}" type="presParOf" srcId="{84710929-92AE-46A5-82AD-5E89C8081FCC}" destId="{26645161-B1C7-4C07-BDC5-87F91C97DBCE}" srcOrd="2" destOrd="0" presId="urn:microsoft.com/office/officeart/2005/8/layout/hList3"/>
    <dgm:cxn modelId="{937DD55D-5DC8-45DE-93F0-A248DD0E130B}" type="presParOf" srcId="{54E2AD97-85B5-426F-A1B8-BBE56E7A2CC7}" destId="{BD06AA59-5B76-4A83-92BE-BAC6EABFB7D3}" srcOrd="2" destOrd="0" presId="urn:microsoft.com/office/officeart/2005/8/layout/hList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FEC4931-B969-40D5-924D-4884783B2FAC}" type="doc">
      <dgm:prSet loTypeId="urn:microsoft.com/office/officeart/2005/8/layout/radial3" loCatId="cycle" qsTypeId="urn:microsoft.com/office/officeart/2005/8/quickstyle/3d5" qsCatId="3D" csTypeId="urn:microsoft.com/office/officeart/2005/8/colors/accent1_2" csCatId="accent1" phldr="1"/>
      <dgm:spPr/>
      <dgm:t>
        <a:bodyPr/>
        <a:lstStyle/>
        <a:p>
          <a:endParaRPr lang="pt-BR"/>
        </a:p>
      </dgm:t>
    </dgm:pt>
    <dgm:pt modelId="{600DEA5B-59D9-4BC3-97FA-D450D66725DD}">
      <dgm:prSet phldrT="[Texto]"/>
      <dgm:spPr>
        <a:solidFill>
          <a:srgbClr val="00B050">
            <a:alpha val="50000"/>
          </a:srgbClr>
        </a:solidFill>
      </dgm:spPr>
      <dgm:t>
        <a:bodyPr/>
        <a:lstStyle/>
        <a:p>
          <a:r>
            <a:rPr lang="pt-BR" dirty="0" smtClean="0"/>
            <a:t>FORMAÇÂO INTEGRAL</a:t>
          </a:r>
          <a:endParaRPr lang="pt-BR" dirty="0"/>
        </a:p>
      </dgm:t>
    </dgm:pt>
    <dgm:pt modelId="{2626D3B0-6452-4FB1-8319-8BCCFB351747}" type="parTrans" cxnId="{493FE6D6-41AF-4FB7-BB45-6729520ACE8D}">
      <dgm:prSet/>
      <dgm:spPr/>
      <dgm:t>
        <a:bodyPr/>
        <a:lstStyle/>
        <a:p>
          <a:endParaRPr lang="pt-BR"/>
        </a:p>
      </dgm:t>
    </dgm:pt>
    <dgm:pt modelId="{D6C7367B-D62D-4516-865D-1157C24FA28F}" type="sibTrans" cxnId="{493FE6D6-41AF-4FB7-BB45-6729520ACE8D}">
      <dgm:prSet/>
      <dgm:spPr/>
      <dgm:t>
        <a:bodyPr/>
        <a:lstStyle/>
        <a:p>
          <a:endParaRPr lang="pt-BR"/>
        </a:p>
      </dgm:t>
    </dgm:pt>
    <dgm:pt modelId="{030A7251-6862-4ADE-9CB9-D005041D6B4C}">
      <dgm:prSet phldrT="[Texto]"/>
      <dgm:spPr>
        <a:solidFill>
          <a:srgbClr val="92D050">
            <a:alpha val="50000"/>
          </a:srgbClr>
        </a:solidFill>
      </dgm:spPr>
      <dgm:t>
        <a:bodyPr/>
        <a:lstStyle/>
        <a:p>
          <a:r>
            <a:rPr lang="pt-BR" b="1" dirty="0" smtClean="0"/>
            <a:t>Tecnologia</a:t>
          </a:r>
          <a:endParaRPr lang="pt-BR" b="1" dirty="0"/>
        </a:p>
      </dgm:t>
    </dgm:pt>
    <dgm:pt modelId="{67185226-977D-4E1B-A89D-5881A8C344E2}" type="parTrans" cxnId="{222F5FA7-CFD9-4872-9407-8531D6C99F0C}">
      <dgm:prSet/>
      <dgm:spPr/>
      <dgm:t>
        <a:bodyPr/>
        <a:lstStyle/>
        <a:p>
          <a:endParaRPr lang="pt-BR"/>
        </a:p>
      </dgm:t>
    </dgm:pt>
    <dgm:pt modelId="{5ED1096E-F578-4B1B-BF9C-A1D7DA0387A1}" type="sibTrans" cxnId="{222F5FA7-CFD9-4872-9407-8531D6C99F0C}">
      <dgm:prSet/>
      <dgm:spPr/>
      <dgm:t>
        <a:bodyPr/>
        <a:lstStyle/>
        <a:p>
          <a:endParaRPr lang="pt-BR"/>
        </a:p>
      </dgm:t>
    </dgm:pt>
    <dgm:pt modelId="{E2D9A76A-B5B8-49BE-9B01-9DCC1059240E}">
      <dgm:prSet phldrT="[Texto]"/>
      <dgm:spPr>
        <a:solidFill>
          <a:srgbClr val="92D050">
            <a:alpha val="50000"/>
          </a:srgbClr>
        </a:solidFill>
      </dgm:spPr>
      <dgm:t>
        <a:bodyPr/>
        <a:lstStyle/>
        <a:p>
          <a:r>
            <a:rPr lang="pt-BR" b="1" dirty="0" smtClean="0"/>
            <a:t>Educação</a:t>
          </a:r>
          <a:endParaRPr lang="pt-BR" b="1" dirty="0"/>
        </a:p>
      </dgm:t>
    </dgm:pt>
    <dgm:pt modelId="{51691EE7-B838-40D7-9067-CAC8D04AF453}" type="parTrans" cxnId="{D4151887-09F3-4E6E-B92C-CB07C41AED2F}">
      <dgm:prSet/>
      <dgm:spPr/>
      <dgm:t>
        <a:bodyPr/>
        <a:lstStyle/>
        <a:p>
          <a:endParaRPr lang="pt-BR"/>
        </a:p>
      </dgm:t>
    </dgm:pt>
    <dgm:pt modelId="{460C9BB6-9706-4515-9A04-C7329E381ED2}" type="sibTrans" cxnId="{D4151887-09F3-4E6E-B92C-CB07C41AED2F}">
      <dgm:prSet/>
      <dgm:spPr/>
      <dgm:t>
        <a:bodyPr/>
        <a:lstStyle/>
        <a:p>
          <a:endParaRPr lang="pt-BR"/>
        </a:p>
      </dgm:t>
    </dgm:pt>
    <dgm:pt modelId="{CDDF2426-14C9-4E30-8740-A8DA65521E3A}">
      <dgm:prSet phldrT="[Texto]"/>
      <dgm:spPr>
        <a:solidFill>
          <a:srgbClr val="92D050">
            <a:alpha val="50000"/>
          </a:srgbClr>
        </a:solidFill>
      </dgm:spPr>
      <dgm:t>
        <a:bodyPr/>
        <a:lstStyle/>
        <a:p>
          <a:r>
            <a:rPr lang="pt-BR" b="1" dirty="0" smtClean="0"/>
            <a:t>Meio Ambiente</a:t>
          </a:r>
          <a:endParaRPr lang="pt-BR" b="1" dirty="0"/>
        </a:p>
      </dgm:t>
    </dgm:pt>
    <dgm:pt modelId="{AE5314B3-B7CE-4B6A-9418-E852A5C83289}" type="parTrans" cxnId="{D706B90E-2B36-4C20-8A0E-053A4F66E680}">
      <dgm:prSet/>
      <dgm:spPr/>
      <dgm:t>
        <a:bodyPr/>
        <a:lstStyle/>
        <a:p>
          <a:endParaRPr lang="pt-BR"/>
        </a:p>
      </dgm:t>
    </dgm:pt>
    <dgm:pt modelId="{C6AFB5E3-DA97-4D20-9827-20A880D58771}" type="sibTrans" cxnId="{D706B90E-2B36-4C20-8A0E-053A4F66E680}">
      <dgm:prSet/>
      <dgm:spPr/>
      <dgm:t>
        <a:bodyPr/>
        <a:lstStyle/>
        <a:p>
          <a:endParaRPr lang="pt-BR"/>
        </a:p>
      </dgm:t>
    </dgm:pt>
    <dgm:pt modelId="{1F85B05E-CF37-4EB2-8D45-5C20B3F72578}">
      <dgm:prSet phldrT="[Texto]"/>
      <dgm:spPr>
        <a:solidFill>
          <a:srgbClr val="92D050">
            <a:alpha val="50000"/>
          </a:srgbClr>
        </a:solidFill>
      </dgm:spPr>
      <dgm:t>
        <a:bodyPr/>
        <a:lstStyle/>
        <a:p>
          <a:r>
            <a:rPr lang="pt-BR" b="1" dirty="0" smtClean="0"/>
            <a:t>Ensino</a:t>
          </a:r>
          <a:endParaRPr lang="pt-BR" b="1" dirty="0"/>
        </a:p>
      </dgm:t>
    </dgm:pt>
    <dgm:pt modelId="{0AFAEF64-7871-4DF0-B3DE-4D87EDB87A0E}" type="parTrans" cxnId="{1B6348DF-02CB-4B3A-A802-70983A24316A}">
      <dgm:prSet/>
      <dgm:spPr/>
      <dgm:t>
        <a:bodyPr/>
        <a:lstStyle/>
        <a:p>
          <a:endParaRPr lang="pt-BR"/>
        </a:p>
      </dgm:t>
    </dgm:pt>
    <dgm:pt modelId="{0CB8F247-321B-4D91-9C57-B14B2373B544}" type="sibTrans" cxnId="{1B6348DF-02CB-4B3A-A802-70983A24316A}">
      <dgm:prSet/>
      <dgm:spPr/>
      <dgm:t>
        <a:bodyPr/>
        <a:lstStyle/>
        <a:p>
          <a:endParaRPr lang="pt-BR"/>
        </a:p>
      </dgm:t>
    </dgm:pt>
    <dgm:pt modelId="{7D6A1BCD-8E52-4698-9F23-91EC466C81C4}" type="pres">
      <dgm:prSet presAssocID="{BFEC4931-B969-40D5-924D-4884783B2FAC}" presName="composite" presStyleCnt="0">
        <dgm:presLayoutVars>
          <dgm:chMax val="1"/>
          <dgm:dir/>
          <dgm:resizeHandles val="exact"/>
        </dgm:presLayoutVars>
      </dgm:prSet>
      <dgm:spPr/>
      <dgm:t>
        <a:bodyPr/>
        <a:lstStyle/>
        <a:p>
          <a:endParaRPr lang="pt-BR"/>
        </a:p>
      </dgm:t>
    </dgm:pt>
    <dgm:pt modelId="{C7679A26-BFA8-4AFA-A0C6-57DB4AB38AD3}" type="pres">
      <dgm:prSet presAssocID="{BFEC4931-B969-40D5-924D-4884783B2FAC}" presName="radial" presStyleCnt="0">
        <dgm:presLayoutVars>
          <dgm:animLvl val="ctr"/>
        </dgm:presLayoutVars>
      </dgm:prSet>
      <dgm:spPr/>
    </dgm:pt>
    <dgm:pt modelId="{03C0ACBE-44BD-4A4A-ACE1-F12533B7B982}" type="pres">
      <dgm:prSet presAssocID="{600DEA5B-59D9-4BC3-97FA-D450D66725DD}" presName="centerShape" presStyleLbl="vennNode1" presStyleIdx="0" presStyleCnt="5"/>
      <dgm:spPr/>
      <dgm:t>
        <a:bodyPr/>
        <a:lstStyle/>
        <a:p>
          <a:endParaRPr lang="pt-BR"/>
        </a:p>
      </dgm:t>
    </dgm:pt>
    <dgm:pt modelId="{BF0836DD-FAED-46AA-A782-3B489DE7AEFA}" type="pres">
      <dgm:prSet presAssocID="{030A7251-6862-4ADE-9CB9-D005041D6B4C}" presName="node" presStyleLbl="vennNode1" presStyleIdx="1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1A20CB2D-7086-4B4C-B4F6-7701A11057D0}" type="pres">
      <dgm:prSet presAssocID="{E2D9A76A-B5B8-49BE-9B01-9DCC1059240E}" presName="node" presStyleLbl="vennNode1" presStyleIdx="2" presStyleCnt="5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E5D8E527-D8E7-4716-A15D-85E6E03EF616}" type="pres">
      <dgm:prSet presAssocID="{CDDF2426-14C9-4E30-8740-A8DA65521E3A}" presName="node" presStyleLbl="vennNode1" presStyleIdx="3" presStyleCnt="5" custRadScaleRad="100078" custRadScaleInc="2029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  <dgm:pt modelId="{D7EA248A-FD10-43A0-93FC-90AF9222F20A}" type="pres">
      <dgm:prSet presAssocID="{1F85B05E-CF37-4EB2-8D45-5C20B3F72578}" presName="node" presStyleLbl="vennNode1" presStyleIdx="4" presStyleCnt="5" custRadScaleRad="99287" custRadScaleInc="256">
        <dgm:presLayoutVars>
          <dgm:bulletEnabled val="1"/>
        </dgm:presLayoutVars>
      </dgm:prSet>
      <dgm:spPr/>
      <dgm:t>
        <a:bodyPr/>
        <a:lstStyle/>
        <a:p>
          <a:endParaRPr lang="pt-BR"/>
        </a:p>
      </dgm:t>
    </dgm:pt>
  </dgm:ptLst>
  <dgm:cxnLst>
    <dgm:cxn modelId="{1B6348DF-02CB-4B3A-A802-70983A24316A}" srcId="{600DEA5B-59D9-4BC3-97FA-D450D66725DD}" destId="{1F85B05E-CF37-4EB2-8D45-5C20B3F72578}" srcOrd="3" destOrd="0" parTransId="{0AFAEF64-7871-4DF0-B3DE-4D87EDB87A0E}" sibTransId="{0CB8F247-321B-4D91-9C57-B14B2373B544}"/>
    <dgm:cxn modelId="{406F6C1C-4C75-4A3D-B01C-246D2BE43EEE}" type="presOf" srcId="{E2D9A76A-B5B8-49BE-9B01-9DCC1059240E}" destId="{1A20CB2D-7086-4B4C-B4F6-7701A11057D0}" srcOrd="0" destOrd="0" presId="urn:microsoft.com/office/officeart/2005/8/layout/radial3"/>
    <dgm:cxn modelId="{91959407-72AC-4A3C-AB57-F7624BF3B5F2}" type="presOf" srcId="{1F85B05E-CF37-4EB2-8D45-5C20B3F72578}" destId="{D7EA248A-FD10-43A0-93FC-90AF9222F20A}" srcOrd="0" destOrd="0" presId="urn:microsoft.com/office/officeart/2005/8/layout/radial3"/>
    <dgm:cxn modelId="{41E5D82C-489B-4C66-B0F9-CEB216ED2B00}" type="presOf" srcId="{030A7251-6862-4ADE-9CB9-D005041D6B4C}" destId="{BF0836DD-FAED-46AA-A782-3B489DE7AEFA}" srcOrd="0" destOrd="0" presId="urn:microsoft.com/office/officeart/2005/8/layout/radial3"/>
    <dgm:cxn modelId="{D706B90E-2B36-4C20-8A0E-053A4F66E680}" srcId="{600DEA5B-59D9-4BC3-97FA-D450D66725DD}" destId="{CDDF2426-14C9-4E30-8740-A8DA65521E3A}" srcOrd="2" destOrd="0" parTransId="{AE5314B3-B7CE-4B6A-9418-E852A5C83289}" sibTransId="{C6AFB5E3-DA97-4D20-9827-20A880D58771}"/>
    <dgm:cxn modelId="{5BA95FAD-7ACA-4BB3-9338-B6BF706498E1}" type="presOf" srcId="{600DEA5B-59D9-4BC3-97FA-D450D66725DD}" destId="{03C0ACBE-44BD-4A4A-ACE1-F12533B7B982}" srcOrd="0" destOrd="0" presId="urn:microsoft.com/office/officeart/2005/8/layout/radial3"/>
    <dgm:cxn modelId="{786A4E19-0C4A-4441-A20A-62EE07F1343B}" type="presOf" srcId="{CDDF2426-14C9-4E30-8740-A8DA65521E3A}" destId="{E5D8E527-D8E7-4716-A15D-85E6E03EF616}" srcOrd="0" destOrd="0" presId="urn:microsoft.com/office/officeart/2005/8/layout/radial3"/>
    <dgm:cxn modelId="{222F5FA7-CFD9-4872-9407-8531D6C99F0C}" srcId="{600DEA5B-59D9-4BC3-97FA-D450D66725DD}" destId="{030A7251-6862-4ADE-9CB9-D005041D6B4C}" srcOrd="0" destOrd="0" parTransId="{67185226-977D-4E1B-A89D-5881A8C344E2}" sibTransId="{5ED1096E-F578-4B1B-BF9C-A1D7DA0387A1}"/>
    <dgm:cxn modelId="{D4151887-09F3-4E6E-B92C-CB07C41AED2F}" srcId="{600DEA5B-59D9-4BC3-97FA-D450D66725DD}" destId="{E2D9A76A-B5B8-49BE-9B01-9DCC1059240E}" srcOrd="1" destOrd="0" parTransId="{51691EE7-B838-40D7-9067-CAC8D04AF453}" sibTransId="{460C9BB6-9706-4515-9A04-C7329E381ED2}"/>
    <dgm:cxn modelId="{493FE6D6-41AF-4FB7-BB45-6729520ACE8D}" srcId="{BFEC4931-B969-40D5-924D-4884783B2FAC}" destId="{600DEA5B-59D9-4BC3-97FA-D450D66725DD}" srcOrd="0" destOrd="0" parTransId="{2626D3B0-6452-4FB1-8319-8BCCFB351747}" sibTransId="{D6C7367B-D62D-4516-865D-1157C24FA28F}"/>
    <dgm:cxn modelId="{21B777E3-DA3C-48C1-B142-268DCF210B64}" type="presOf" srcId="{BFEC4931-B969-40D5-924D-4884783B2FAC}" destId="{7D6A1BCD-8E52-4698-9F23-91EC466C81C4}" srcOrd="0" destOrd="0" presId="urn:microsoft.com/office/officeart/2005/8/layout/radial3"/>
    <dgm:cxn modelId="{2BC18736-1D6A-4AA2-9578-290412879609}" type="presParOf" srcId="{7D6A1BCD-8E52-4698-9F23-91EC466C81C4}" destId="{C7679A26-BFA8-4AFA-A0C6-57DB4AB38AD3}" srcOrd="0" destOrd="0" presId="urn:microsoft.com/office/officeart/2005/8/layout/radial3"/>
    <dgm:cxn modelId="{55D0810F-A464-426E-8703-7A17FAFB27ED}" type="presParOf" srcId="{C7679A26-BFA8-4AFA-A0C6-57DB4AB38AD3}" destId="{03C0ACBE-44BD-4A4A-ACE1-F12533B7B982}" srcOrd="0" destOrd="0" presId="urn:microsoft.com/office/officeart/2005/8/layout/radial3"/>
    <dgm:cxn modelId="{8A3D3C98-6158-43BE-83DE-1C65B9CD4F26}" type="presParOf" srcId="{C7679A26-BFA8-4AFA-A0C6-57DB4AB38AD3}" destId="{BF0836DD-FAED-46AA-A782-3B489DE7AEFA}" srcOrd="1" destOrd="0" presId="urn:microsoft.com/office/officeart/2005/8/layout/radial3"/>
    <dgm:cxn modelId="{765DE457-4787-4723-8EBC-60ABF637EEA7}" type="presParOf" srcId="{C7679A26-BFA8-4AFA-A0C6-57DB4AB38AD3}" destId="{1A20CB2D-7086-4B4C-B4F6-7701A11057D0}" srcOrd="2" destOrd="0" presId="urn:microsoft.com/office/officeart/2005/8/layout/radial3"/>
    <dgm:cxn modelId="{0C405B8D-38A4-45F0-B89B-60A071FA4652}" type="presParOf" srcId="{C7679A26-BFA8-4AFA-A0C6-57DB4AB38AD3}" destId="{E5D8E527-D8E7-4716-A15D-85E6E03EF616}" srcOrd="3" destOrd="0" presId="urn:microsoft.com/office/officeart/2005/8/layout/radial3"/>
    <dgm:cxn modelId="{73D5C2F1-A07E-4156-83E0-01562D68A071}" type="presParOf" srcId="{C7679A26-BFA8-4AFA-A0C6-57DB4AB38AD3}" destId="{D7EA248A-FD10-43A0-93FC-90AF9222F20A}" srcOrd="4" destOrd="0" presId="urn:microsoft.com/office/officeart/2005/8/layout/radial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1291939-4DFB-4571-A470-E515CCF212C4}">
      <dsp:nvSpPr>
        <dsp:cNvPr id="0" name=""/>
        <dsp:cNvSpPr/>
      </dsp:nvSpPr>
      <dsp:spPr>
        <a:xfrm>
          <a:off x="0" y="26559"/>
          <a:ext cx="8940800" cy="1746760"/>
        </a:xfrm>
        <a:prstGeom prst="rect">
          <a:avLst/>
        </a:prstGeom>
        <a:blipFill rotWithShape="0">
          <a:blip xmlns:r="http://schemas.openxmlformats.org/officeDocument/2006/relationships" r:embed="rId1"/>
          <a:stretch>
            <a:fillRect/>
          </a:stretch>
        </a:blip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8580" tIns="68580" rIns="68580" bIns="68580" numCol="1" spcCol="1270" anchor="t" anchorCtr="0">
          <a:noAutofit/>
        </a:bodyPr>
        <a:lstStyle/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200"/>
            </a:spcAft>
          </a:pPr>
          <a:r>
            <a:rPr lang="pt-BR" sz="1800" kern="1200" dirty="0" smtClean="0"/>
            <a:t>Interação </a:t>
          </a:r>
        </a:p>
        <a:p>
          <a:pPr lvl="0" algn="ctr" defTabSz="800100">
            <a:lnSpc>
              <a:spcPct val="100000"/>
            </a:lnSpc>
            <a:spcBef>
              <a:spcPct val="0"/>
            </a:spcBef>
            <a:spcAft>
              <a:spcPts val="200"/>
            </a:spcAft>
          </a:pPr>
          <a:r>
            <a:rPr lang="pt-BR" sz="1800" kern="1200" dirty="0" smtClean="0"/>
            <a:t>(mundo externo)</a:t>
          </a:r>
          <a:endParaRPr lang="pt-BR" sz="1800" kern="1200" dirty="0"/>
        </a:p>
      </dsp:txBody>
      <dsp:txXfrm>
        <a:off x="0" y="26559"/>
        <a:ext cx="8940800" cy="1746760"/>
      </dsp:txXfrm>
    </dsp:sp>
    <dsp:sp modelId="{0CC27C91-8491-49CF-93E6-2FEBF9E1A980}">
      <dsp:nvSpPr>
        <dsp:cNvPr id="0" name=""/>
        <dsp:cNvSpPr/>
      </dsp:nvSpPr>
      <dsp:spPr>
        <a:xfrm>
          <a:off x="1542" y="1779696"/>
          <a:ext cx="2236953" cy="3668197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wordArtVert" wrap="square" lIns="53340" tIns="53340" rIns="53340" bIns="53340" numCol="1" spcCol="1270" anchor="t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Memória Longa Duração</a:t>
          </a:r>
          <a:endParaRPr lang="pt-BR" sz="1400" kern="1200" dirty="0"/>
        </a:p>
      </dsp:txBody>
      <dsp:txXfrm>
        <a:off x="1542" y="1779696"/>
        <a:ext cx="2236953" cy="3668197"/>
      </dsp:txXfrm>
    </dsp:sp>
    <dsp:sp modelId="{10A280A1-8202-4BC8-A73D-8DFC18B0C3C5}">
      <dsp:nvSpPr>
        <dsp:cNvPr id="0" name=""/>
        <dsp:cNvSpPr/>
      </dsp:nvSpPr>
      <dsp:spPr>
        <a:xfrm>
          <a:off x="2219485" y="1651804"/>
          <a:ext cx="4036866" cy="388605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pt-BR" sz="1300" kern="1200" dirty="0" smtClean="0">
            <a:solidFill>
              <a:srgbClr val="002060"/>
            </a:solidFill>
          </a:endParaRP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>
              <a:solidFill>
                <a:srgbClr val="002060"/>
              </a:solidFill>
            </a:rPr>
            <a:t>Identificação</a:t>
          </a:r>
          <a:r>
            <a:rPr lang="pt-BR" sz="1300" kern="1200" dirty="0" smtClean="0">
              <a:solidFill>
                <a:srgbClr val="7030A0"/>
              </a:solidFill>
            </a:rPr>
            <a:t> </a:t>
          </a:r>
          <a:r>
            <a:rPr lang="pt-BR" sz="1300" kern="1200" dirty="0" smtClean="0"/>
            <a:t>                                .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>
              <a:solidFill>
                <a:srgbClr val="002060"/>
              </a:solidFill>
            </a:rPr>
            <a:t>Simbolização</a:t>
          </a:r>
          <a:r>
            <a:rPr lang="pt-BR" sz="1300" kern="1200" dirty="0" smtClean="0"/>
            <a:t>                          </a:t>
          </a:r>
          <a:r>
            <a:rPr lang="pt-BR" sz="1300" kern="1200" dirty="0" smtClean="0">
              <a:solidFill>
                <a:srgbClr val="0070C0"/>
              </a:solidFill>
            </a:rPr>
            <a:t>(Arte)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>
              <a:solidFill>
                <a:srgbClr val="002060"/>
              </a:solidFill>
            </a:rPr>
            <a:t>Contextualização</a:t>
          </a:r>
          <a:r>
            <a:rPr lang="pt-BR" sz="1300" kern="1200" dirty="0" smtClean="0"/>
            <a:t>                </a:t>
          </a:r>
          <a:r>
            <a:rPr lang="pt-BR" sz="1300" kern="1200" dirty="0" smtClean="0">
              <a:solidFill>
                <a:srgbClr val="0070C0"/>
              </a:solidFill>
            </a:rPr>
            <a:t>História)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>
              <a:solidFill>
                <a:srgbClr val="002060"/>
              </a:solidFill>
            </a:rPr>
            <a:t>Ideação</a:t>
          </a:r>
          <a:r>
            <a:rPr lang="pt-BR" sz="1300" kern="1200" dirty="0" smtClean="0"/>
            <a:t>                       </a:t>
          </a:r>
          <a:r>
            <a:rPr lang="pt-BR" sz="1300" kern="1200" dirty="0" smtClean="0">
              <a:solidFill>
                <a:srgbClr val="0070C0"/>
              </a:solidFill>
            </a:rPr>
            <a:t>(organização)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>
              <a:solidFill>
                <a:srgbClr val="002060"/>
              </a:solidFill>
            </a:rPr>
            <a:t>Problematização</a:t>
          </a:r>
          <a:r>
            <a:rPr lang="pt-BR" sz="1300" kern="1200" dirty="0" smtClean="0"/>
            <a:t>                            .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>
              <a:solidFill>
                <a:srgbClr val="002060"/>
              </a:solidFill>
            </a:rPr>
            <a:t>Processamento</a:t>
          </a:r>
          <a:r>
            <a:rPr lang="pt-BR" sz="1300" kern="1200" dirty="0" smtClean="0"/>
            <a:t> </a:t>
          </a:r>
          <a:r>
            <a:rPr lang="pt-BR" sz="1300" kern="1200" dirty="0" smtClean="0">
              <a:solidFill>
                <a:srgbClr val="0070C0"/>
              </a:solidFill>
            </a:rPr>
            <a:t>(Lógica, Mat. </a:t>
          </a:r>
          <a:r>
            <a:rPr lang="pt-BR" sz="1300" kern="1200" dirty="0" err="1" smtClean="0">
              <a:solidFill>
                <a:srgbClr val="0070C0"/>
              </a:solidFill>
            </a:rPr>
            <a:t>Emoc</a:t>
          </a:r>
          <a:r>
            <a:rPr lang="pt-BR" sz="1300" kern="1200" dirty="0" smtClean="0">
              <a:solidFill>
                <a:srgbClr val="0070C0"/>
              </a:solidFill>
            </a:rPr>
            <a:t>.)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>
              <a:solidFill>
                <a:srgbClr val="7030A0"/>
              </a:solidFill>
            </a:rPr>
            <a:t>Imaginação</a:t>
          </a:r>
          <a:r>
            <a:rPr lang="pt-BR" sz="1300" kern="1200" dirty="0" smtClean="0"/>
            <a:t>                         .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>
              <a:solidFill>
                <a:srgbClr val="7030A0"/>
              </a:solidFill>
            </a:rPr>
            <a:t>Correlação</a:t>
          </a:r>
          <a:r>
            <a:rPr lang="pt-BR" sz="1300" kern="1200" dirty="0" smtClean="0"/>
            <a:t>                          .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>
              <a:solidFill>
                <a:srgbClr val="7030A0"/>
              </a:solidFill>
            </a:rPr>
            <a:t>Interpretação</a:t>
          </a:r>
          <a:r>
            <a:rPr lang="pt-BR" sz="1300" kern="1200" dirty="0" smtClean="0"/>
            <a:t>                      .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>
              <a:solidFill>
                <a:srgbClr val="7030A0"/>
              </a:solidFill>
            </a:rPr>
            <a:t>Decisão</a:t>
          </a:r>
          <a:r>
            <a:rPr lang="pt-BR" sz="1300" kern="1200" dirty="0" smtClean="0"/>
            <a:t>                               .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>
              <a:solidFill>
                <a:srgbClr val="7030A0"/>
              </a:solidFill>
            </a:rPr>
            <a:t>Avaliação</a:t>
          </a:r>
          <a:r>
            <a:rPr lang="pt-BR" sz="1300" kern="1200" dirty="0" smtClean="0"/>
            <a:t>                             .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>
              <a:solidFill>
                <a:srgbClr val="FF0000"/>
              </a:solidFill>
            </a:rPr>
            <a:t>Projeção</a:t>
          </a:r>
          <a:r>
            <a:rPr lang="pt-BR" sz="1300" kern="1200" dirty="0" smtClean="0"/>
            <a:t>        </a:t>
          </a:r>
          <a:r>
            <a:rPr lang="pt-BR" sz="1300" kern="1200" dirty="0" smtClean="0">
              <a:solidFill>
                <a:srgbClr val="0070C0"/>
              </a:solidFill>
            </a:rPr>
            <a:t>(Espaço Tempo)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300" kern="1200" dirty="0" smtClean="0">
              <a:solidFill>
                <a:srgbClr val="FF0000"/>
              </a:solidFill>
            </a:rPr>
            <a:t>Criação</a:t>
          </a:r>
          <a:r>
            <a:rPr lang="pt-BR" sz="1300" kern="1200" dirty="0" smtClean="0"/>
            <a:t>                               .</a:t>
          </a:r>
        </a:p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800" b="1" kern="1200" dirty="0" smtClean="0">
              <a:solidFill>
                <a:srgbClr val="C00000"/>
              </a:solidFill>
            </a:rPr>
            <a:t>ANCORAGEM</a:t>
          </a:r>
          <a:endParaRPr lang="pt-BR" sz="1800" b="1" kern="1200" dirty="0">
            <a:solidFill>
              <a:srgbClr val="C00000"/>
            </a:solidFill>
          </a:endParaRPr>
        </a:p>
      </dsp:txBody>
      <dsp:txXfrm>
        <a:off x="2219485" y="1651804"/>
        <a:ext cx="4036866" cy="3886051"/>
      </dsp:txXfrm>
    </dsp:sp>
    <dsp:sp modelId="{26645161-B1C7-4C07-BDC5-87F91C97DBCE}">
      <dsp:nvSpPr>
        <dsp:cNvPr id="0" name=""/>
        <dsp:cNvSpPr/>
      </dsp:nvSpPr>
      <dsp:spPr>
        <a:xfrm>
          <a:off x="6275362" y="1752423"/>
          <a:ext cx="2663894" cy="3722743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wordArtVert" wrap="square" lIns="53340" tIns="53340" rIns="53340" bIns="53340" numCol="1" spcCol="1270" anchor="ctr" anchorCtr="0">
          <a:noAutofit/>
        </a:bodyPr>
        <a:lstStyle/>
        <a:p>
          <a:pPr lvl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1400" kern="1200" dirty="0" smtClean="0"/>
            <a:t>Memória Curta Duração</a:t>
          </a:r>
          <a:endParaRPr lang="pt-BR" sz="1400" kern="1200" dirty="0"/>
        </a:p>
      </dsp:txBody>
      <dsp:txXfrm>
        <a:off x="6275362" y="1752423"/>
        <a:ext cx="2663894" cy="3722743"/>
      </dsp:txXfrm>
    </dsp:sp>
    <dsp:sp modelId="{BD06AA59-5B76-4A83-92BE-BAC6EABFB7D3}">
      <dsp:nvSpPr>
        <dsp:cNvPr id="0" name=""/>
        <dsp:cNvSpPr/>
      </dsp:nvSpPr>
      <dsp:spPr>
        <a:xfrm>
          <a:off x="0" y="5513764"/>
          <a:ext cx="8940800" cy="275836"/>
        </a:xfrm>
        <a:prstGeom prst="rect">
          <a:avLst/>
        </a:prstGeom>
        <a:solidFill>
          <a:schemeClr val="accent1">
            <a:shade val="8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3C0ACBE-44BD-4A4A-ACE1-F12533B7B982}">
      <dsp:nvSpPr>
        <dsp:cNvPr id="0" name=""/>
        <dsp:cNvSpPr/>
      </dsp:nvSpPr>
      <dsp:spPr>
        <a:xfrm>
          <a:off x="2271660" y="1372796"/>
          <a:ext cx="3419949" cy="3419949"/>
        </a:xfrm>
        <a:prstGeom prst="ellipse">
          <a:avLst/>
        </a:prstGeom>
        <a:solidFill>
          <a:srgbClr val="00B050">
            <a:alpha val="50000"/>
          </a:srgb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46990" tIns="46990" rIns="46990" bIns="46990" numCol="1" spcCol="1270" anchor="ctr" anchorCtr="0">
          <a:noAutofit/>
        </a:bodyPr>
        <a:lstStyle/>
        <a:p>
          <a:pPr lvl="0" algn="ctr" defTabSz="16446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3700" kern="1200" dirty="0" smtClean="0"/>
            <a:t>FORMAÇÂO INTEGRAL</a:t>
          </a:r>
          <a:endParaRPr lang="pt-BR" sz="3700" kern="1200" dirty="0"/>
        </a:p>
      </dsp:txBody>
      <dsp:txXfrm>
        <a:off x="2772500" y="1873636"/>
        <a:ext cx="2418269" cy="2418269"/>
      </dsp:txXfrm>
    </dsp:sp>
    <dsp:sp modelId="{BF0836DD-FAED-46AA-A782-3B489DE7AEFA}">
      <dsp:nvSpPr>
        <dsp:cNvPr id="0" name=""/>
        <dsp:cNvSpPr/>
      </dsp:nvSpPr>
      <dsp:spPr>
        <a:xfrm>
          <a:off x="3126647" y="610"/>
          <a:ext cx="1709974" cy="1709974"/>
        </a:xfrm>
        <a:prstGeom prst="ellipse">
          <a:avLst/>
        </a:prstGeom>
        <a:solidFill>
          <a:srgbClr val="92D050">
            <a:alpha val="50000"/>
          </a:srgb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000" b="1" kern="1200" dirty="0" smtClean="0"/>
            <a:t>Tecnologia</a:t>
          </a:r>
          <a:endParaRPr lang="pt-BR" sz="2000" b="1" kern="1200" dirty="0"/>
        </a:p>
      </dsp:txBody>
      <dsp:txXfrm>
        <a:off x="3377067" y="251030"/>
        <a:ext cx="1209134" cy="1209134"/>
      </dsp:txXfrm>
    </dsp:sp>
    <dsp:sp modelId="{1A20CB2D-7086-4B4C-B4F6-7701A11057D0}">
      <dsp:nvSpPr>
        <dsp:cNvPr id="0" name=""/>
        <dsp:cNvSpPr/>
      </dsp:nvSpPr>
      <dsp:spPr>
        <a:xfrm>
          <a:off x="5353821" y="2227783"/>
          <a:ext cx="1709974" cy="1709974"/>
        </a:xfrm>
        <a:prstGeom prst="ellipse">
          <a:avLst/>
        </a:prstGeom>
        <a:solidFill>
          <a:srgbClr val="92D050">
            <a:alpha val="50000"/>
          </a:srgb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000" b="1" kern="1200" dirty="0" smtClean="0"/>
            <a:t>Educação</a:t>
          </a:r>
          <a:endParaRPr lang="pt-BR" sz="2000" b="1" kern="1200" dirty="0"/>
        </a:p>
      </dsp:txBody>
      <dsp:txXfrm>
        <a:off x="5604241" y="2478203"/>
        <a:ext cx="1209134" cy="1209134"/>
      </dsp:txXfrm>
    </dsp:sp>
    <dsp:sp modelId="{E5D8E527-D8E7-4716-A15D-85E6E03EF616}">
      <dsp:nvSpPr>
        <dsp:cNvPr id="0" name=""/>
        <dsp:cNvSpPr/>
      </dsp:nvSpPr>
      <dsp:spPr>
        <a:xfrm>
          <a:off x="3055621" y="4455562"/>
          <a:ext cx="1709974" cy="1709974"/>
        </a:xfrm>
        <a:prstGeom prst="ellipse">
          <a:avLst/>
        </a:prstGeom>
        <a:solidFill>
          <a:srgbClr val="92D050">
            <a:alpha val="50000"/>
          </a:srgb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000" b="1" kern="1200" dirty="0" smtClean="0"/>
            <a:t>Meio Ambiente</a:t>
          </a:r>
          <a:endParaRPr lang="pt-BR" sz="2000" b="1" kern="1200" dirty="0"/>
        </a:p>
      </dsp:txBody>
      <dsp:txXfrm>
        <a:off x="3306041" y="4705982"/>
        <a:ext cx="1209134" cy="1209134"/>
      </dsp:txXfrm>
    </dsp:sp>
    <dsp:sp modelId="{D7EA248A-FD10-43A0-93FC-90AF9222F20A}">
      <dsp:nvSpPr>
        <dsp:cNvPr id="0" name=""/>
        <dsp:cNvSpPr/>
      </dsp:nvSpPr>
      <dsp:spPr>
        <a:xfrm>
          <a:off x="915372" y="2218891"/>
          <a:ext cx="1709974" cy="1709974"/>
        </a:xfrm>
        <a:prstGeom prst="ellipse">
          <a:avLst/>
        </a:prstGeom>
        <a:solidFill>
          <a:srgbClr val="92D050">
            <a:alpha val="50000"/>
          </a:srgbClr>
        </a:solidFill>
        <a:ln>
          <a:noFill/>
        </a:ln>
        <a:effectLst/>
        <a:sp3d extrusionH="381000" contourW="38100" prstMaterial="matte">
          <a:contourClr>
            <a:schemeClr val="lt1"/>
          </a:contourClr>
        </a:sp3d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tx1"/>
        </a:fontRef>
      </dsp:style>
      <dsp:txBody>
        <a:bodyPr spcFirstLastPara="0" vert="horz" wrap="square" lIns="25400" tIns="25400" rIns="25400" bIns="25400" numCol="1" spcCol="1270" anchor="ctr" anchorCtr="0">
          <a:noAutofit/>
        </a:bodyPr>
        <a:lstStyle/>
        <a:p>
          <a:pPr lvl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pt-BR" sz="2000" b="1" kern="1200" dirty="0" smtClean="0"/>
            <a:t>Ensino</a:t>
          </a:r>
          <a:endParaRPr lang="pt-BR" sz="2000" b="1" kern="1200" dirty="0"/>
        </a:p>
      </dsp:txBody>
      <dsp:txXfrm>
        <a:off x="1165792" y="2469311"/>
        <a:ext cx="1209134" cy="120913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List3">
  <dgm:title val=""/>
  <dgm:desc val=""/>
  <dgm:catLst>
    <dgm:cat type="list" pri="19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  <dgm:pt modelId="3"/>
      </dgm:ptLst>
      <dgm:cxnLst>
        <dgm:cxn modelId="5" srcId="0" destId="1" srcOrd="0" destOrd="0"/>
        <dgm:cxn modelId="6" srcId="1" destId="2" srcOrd="0" destOrd="0"/>
        <dgm:cxn modelId="7" srcId="1" destId="3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  <dgm:pt modelId="5"/>
      </dgm:ptLst>
      <dgm:cxnLst>
        <dgm:cxn modelId="6" srcId="0" destId="1" srcOrd="0" destOrd="0"/>
        <dgm:cxn modelId="7" srcId="1" destId="2" srcOrd="0" destOrd="0"/>
        <dgm:cxn modelId="8" srcId="1" destId="3" srcOrd="1" destOrd="0"/>
        <dgm:cxn modelId="9" srcId="1" destId="4" srcOrd="2" destOrd="0"/>
        <dgm:cxn modelId="10" srcId="1" destId="5" srcOrd="3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/>
    <dgm:shape xmlns:r="http://schemas.openxmlformats.org/officeDocument/2006/relationships" r:blip="">
      <dgm:adjLst/>
    </dgm:shape>
    <dgm:presOf/>
    <dgm:constrLst>
      <dgm:constr type="w" for="ch" forName="roof" refType="w"/>
      <dgm:constr type="h" for="ch" forName="roof" refType="h" fact="0.3"/>
      <dgm:constr type="primFontSz" for="ch" forName="roof" val="65"/>
      <dgm:constr type="w" for="ch" forName="pillars" refType="w"/>
      <dgm:constr type="h" for="ch" forName="pillars" refType="h" fact="0.63"/>
      <dgm:constr type="t" for="ch" forName="pillars" refType="h" fact="0.3"/>
      <dgm:constr type="primFontSz" for="des" forName="pillar1" val="65"/>
      <dgm:constr type="primFontSz" for="des" forName="pillarX" refType="primFontSz" refFor="des" refForName="pillar1" op="equ"/>
      <dgm:constr type="w" for="ch" forName="base" refType="w"/>
      <dgm:constr type="h" for="ch" forName="base" refType="h" fact="0.07"/>
      <dgm:constr type="t" for="ch" forName="base" refType="h" fact="0.93"/>
    </dgm:constrLst>
    <dgm:ruleLst/>
    <dgm:forEach name="Name0" axis="ch" ptType="node" cnt="1">
      <dgm:layoutNode name="roof" styleLbl="dkBgShp">
        <dgm:alg type="tx"/>
        <dgm:shape xmlns:r="http://schemas.openxmlformats.org/officeDocument/2006/relationships" type="rect" r:blip="">
          <dgm:adjLst/>
        </dgm:shape>
        <dgm:presOf axis="self"/>
        <dgm:constrLst>
          <dgm:constr type="lMarg" refType="primFontSz" fact="0.3"/>
          <dgm:constr type="rMarg" refType="primFontSz" fact="0.3"/>
          <dgm:constr type="tMarg" refType="primFontSz" fact="0.3"/>
          <dgm:constr type="bMarg" refType="primFontSz" fact="0.3"/>
        </dgm:constrLst>
        <dgm:ruleLst>
          <dgm:rule type="primFontSz" val="5" fact="NaN" max="NaN"/>
        </dgm:ruleLst>
      </dgm:layoutNode>
      <dgm:layoutNode name="pillars" styleLbl="node1">
        <dgm:choose name="Name1">
          <dgm:if name="Name2" func="var" arg="dir" op="equ" val="norm">
            <dgm:alg type="lin">
              <dgm:param type="linDir" val="fromL"/>
            </dgm:alg>
          </dgm:if>
          <dgm:else name="Name3">
            <dgm:alg type="lin">
              <dgm:param type="linDir" val="fromR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forName="pillar1" refType="w"/>
          <dgm:constr type="h" for="ch" forName="pillar1" refType="h"/>
          <dgm:constr type="w" for="ch" forName="pillarX" refType="w"/>
          <dgm:constr type="h" for="ch" forName="pillarX" refType="h"/>
        </dgm:constrLst>
        <dgm:ruleLst/>
        <dgm:layoutNode name="pillar1" styleLbl="node1">
          <dgm:varLst>
            <dgm:bulletEnabled val="1"/>
          </dgm:varLst>
          <dgm:alg type="tx"/>
          <dgm:shape xmlns:r="http://schemas.openxmlformats.org/officeDocument/2006/relationships" type="rect" r:blip="">
            <dgm:adjLst/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  <dgm:forEach name="Name4" axis="ch" ptType="node" st="2">
          <dgm:layoutNode name="pillarX" styleLbl="node1">
            <dgm:varLst>
              <dgm:bulletEnabled val="1"/>
            </dgm:varLst>
            <dgm:alg type="tx"/>
            <dgm:shape xmlns:r="http://schemas.openxmlformats.org/officeDocument/2006/relationships" type="rect" r:blip="">
              <dgm:adjLst/>
            </dgm:shape>
            <dgm:presOf axis="desOrSelf" ptType="node"/>
            <dgm:constrLst>
              <dgm:constr type="lMarg" refType="primFontSz" fact="0.3"/>
              <dgm:constr type="rMarg" refType="primFontSz" fact="0.3"/>
              <dgm:constr type="tMarg" refType="primFontSz" fact="0.3"/>
              <dgm:constr type="bMarg" refType="primFontSz" fact="0.3"/>
            </dgm:constrLst>
            <dgm:ruleLst>
              <dgm:rule type="primFontSz" val="5" fact="NaN" max="NaN"/>
            </dgm:ruleLst>
          </dgm:layoutNode>
        </dgm:forEach>
      </dgm:layoutNode>
      <dgm:layoutNode name="base" styleLbl="dkBgShp">
        <dgm:alg type="sp"/>
        <dgm:shape xmlns:r="http://schemas.openxmlformats.org/officeDocument/2006/relationships" type="rect" r:blip="">
          <dgm:adjLst/>
        </dgm:shape>
        <dgm:presOf/>
        <dgm:constrLst/>
        <dgm:ruleLst/>
      </dgm:layoutNode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radial3">
  <dgm:title val=""/>
  <dgm:desc val=""/>
  <dgm:catLst>
    <dgm:cat type="relationship" pri="31000"/>
    <dgm:cat type="cycle" pri="12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  <dgm:pt modelId="14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  <dgm:cxn modelId="6" srcId="1" destId="14" srcOrd="3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  <dgm:pt modelId="13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12"/>
        <dgm:pt modelId="13"/>
        <dgm:pt modelId="14"/>
        <dgm:pt modelId="15"/>
        <dgm:pt modelId="16"/>
      </dgm:ptLst>
      <dgm:cxnLst>
        <dgm:cxn modelId="2" srcId="0" destId="1" srcOrd="0" destOrd="0"/>
        <dgm:cxn modelId="16" srcId="1" destId="11" srcOrd="0" destOrd="0"/>
        <dgm:cxn modelId="17" srcId="1" destId="12" srcOrd="1" destOrd="0"/>
        <dgm:cxn modelId="18" srcId="1" destId="13" srcOrd="2" destOrd="0"/>
        <dgm:cxn modelId="19" srcId="1" destId="14" srcOrd="3" destOrd="0"/>
        <dgm:cxn modelId="20" srcId="1" destId="15" srcOrd="4" destOrd="0"/>
        <dgm:cxn modelId="21" srcId="1" destId="16" srcOrd="5" destOrd="0"/>
      </dgm:cxnLst>
      <dgm:bg/>
      <dgm:whole/>
    </dgm:dataModel>
  </dgm:clrData>
  <dgm:layoutNode name="composite">
    <dgm:varLst>
      <dgm:chMax val="1"/>
      <dgm:dir/>
      <dgm:resizeHandles val="exact"/>
    </dgm:varLst>
    <dgm:alg type="composite">
      <dgm:param type="ar" val="1"/>
    </dgm:alg>
    <dgm:shape xmlns:r="http://schemas.openxmlformats.org/officeDocument/2006/relationships" r:blip="">
      <dgm:adjLst/>
    </dgm:shape>
    <dgm:presOf/>
    <dgm:constrLst/>
    <dgm:ruleLst/>
    <dgm:layoutNode name="radial">
      <dgm:varLst>
        <dgm:animLvl val="ctr"/>
      </dgm:varLst>
      <dgm:choose name="Name0">
        <dgm:if name="Name1" func="var" arg="dir" op="equ" val="norm">
          <dgm:choose name="Name2">
            <dgm:if name="Name3" axis="ch ch" ptType="node node" st="1 1" cnt="1 0" func="cnt" op="lte" val="1">
              <dgm:alg type="cycle">
                <dgm:param type="stAng" val="90"/>
                <dgm:param type="spanAng" val="360"/>
                <dgm:param type="ctrShpMap" val="fNode"/>
              </dgm:alg>
            </dgm:if>
            <dgm:else name="Name4">
              <dgm:alg type="cycle">
                <dgm:param type="stAng" val="0"/>
                <dgm:param type="spanAng" val="360"/>
                <dgm:param type="ctrShpMap" val="fNode"/>
              </dgm:alg>
            </dgm:else>
          </dgm:choose>
        </dgm:if>
        <dgm:else name="Name5">
          <dgm:alg type="cycle">
            <dgm:param type="stAng" val="0"/>
            <dgm:param type="spanAng" val="-360"/>
            <dgm:param type="ctrShpMap" val="fNode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enterShape" refType="w"/>
        <dgm:constr type="h" for="ch" forName="centerShape" refType="h"/>
        <dgm:constr type="w" for="ch" forName="node" refType="w" fact="0.5"/>
        <dgm:constr type="h" for="ch" forName="node" refType="h" fact="0.5"/>
        <dgm:constr type="sp" refType="w" refFor="ch" refForName="node" fact="-0.2"/>
        <dgm:constr type="sibSp" refType="w" refFor="ch" refForName="node" fact="-0.2"/>
        <dgm:constr type="primFontSz" for="ch" forName="centerShape" val="65"/>
        <dgm:constr type="primFontSz" for="des" forName="node" val="65"/>
        <dgm:constr type="primFontSz" for="ch" forName="node" refType="primFontSz" refFor="ch" refForName="centerShape" op="lte"/>
      </dgm:constrLst>
      <dgm:ruleLst/>
      <dgm:forEach name="Name6" axis="ch" ptType="node" cnt="1">
        <dgm:layoutNode name="centerShape" styleLbl="vennNode1">
          <dgm:alg type="tx"/>
          <dgm:shape xmlns:r="http://schemas.openxmlformats.org/officeDocument/2006/relationships" type="ellipse" r:blip="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</dgm:constrLst>
          <dgm:ruleLst>
            <dgm:rule type="primFontSz" val="5" fact="NaN" max="NaN"/>
          </dgm:ruleLst>
        </dgm:layoutNode>
        <dgm:forEach name="Name7" axis="ch" ptType="node">
          <dgm:layoutNode name="node" styleLbl="vennNode1">
            <dgm:varLst>
              <dgm:bulletEnabled val="1"/>
            </dgm:varLst>
            <dgm:alg type="tx">
              <dgm:param type="txAnchorVertCh" val="mid"/>
            </dgm:alg>
            <dgm:shape xmlns:r="http://schemas.openxmlformats.org/officeDocument/2006/relationships" type="ellipse" r:blip="">
              <dgm:adjLst/>
            </dgm:shape>
            <dgm:presOf axis="desOrSelf" ptType="node"/>
            <dgm:constrLst>
              <dgm:constr type="tMarg" refType="primFontSz" fact="0.1"/>
              <dgm:constr type="bMarg" refType="primFontSz" fact="0.1"/>
              <dgm:constr type="lMarg" refType="primFontSz" fact="0.1"/>
              <dgm:constr type="rMarg" refType="primFontSz" fact="0.1"/>
            </dgm:constrLst>
            <dgm:ruleLst>
              <dgm:rule type="primFontSz" val="5" fact="NaN" max="NaN"/>
            </dgm:ruleLst>
          </dgm:layoutNode>
        </dgm:forEach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3d5">
  <dgm:title val=""/>
  <dgm:desc val=""/>
  <dgm:catLst>
    <dgm:cat type="3D" pri="11500"/>
  </dgm:catLst>
  <dgm:scene3d>
    <a:camera prst="isometricOffAxis2Left" zoom="95000"/>
    <a:lightRig rig="flat" dir="t"/>
  </dgm:scene3d>
  <dgm:styleLbl name="node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 z="5715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 z="-3810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 z="-52400" extrusionH="1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 z="-38100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 z="-40000" prstMaterial="matte"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 z="127000" prstMaterial="matte"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 z="52400"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 z="60000" prstMaterial="flat">
      <a:bevelT w="120900" h="88900"/>
      <a:bevelB w="88900" h="31750" prst="angle"/>
    </dgm:sp3d>
    <dgm:txPr/>
    <dgm:style>
      <a:lnRef idx="0">
        <a:scrgbClr r="0" g="0" b="0"/>
      </a:lnRef>
      <a:fillRef idx="3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 z="-40000" prstMaterial="matte"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 z="-600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 extrusionH="3810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 z="-400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 z="57150"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 extrusionH="12700" prstMaterial="flat">
      <a:bevelT w="50800" h="50800"/>
    </dgm:sp3d>
    <dgm:txPr/>
    <dgm:style>
      <a:lnRef idx="1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 z="-6350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 z="57150" extrusionH="63500" contourW="12700" prstMaterial="matte">
      <a:contourClr>
        <a:schemeClr val="dk1">
          <a:tint val="2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 z="-400500" extrusionH="63500" contourW="127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 z="57150" extrusionH="63500" prstMaterial="matte"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 z="-40050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 extrusionH="381000" contourW="38100" prstMaterial="matte">
      <a:contourClr>
        <a:schemeClr val="lt1"/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trBgShp">
    <dgm:scene3d>
      <a:camera prst="orthographicFront"/>
      <a:lightRig rig="threePt" dir="t"/>
    </dgm:scene3d>
    <dgm:sp3d z="-400500" prstMaterial="matte"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 z="57150" extrusionH="63500" contourW="12700" prstMaterial="matte">
      <a:contourClr>
        <a:schemeClr val="lt1">
          <a:tint val="50000"/>
        </a:schemeClr>
      </a:contourClr>
    </dgm:sp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 smtClean="0"/>
              <a:t>Clique para editar o estilo do subtítulo mestre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99A1E-870A-4A17-9F97-F01631B89ACA}" type="datetimeFigureOut">
              <a:rPr lang="pt-BR" smtClean="0"/>
              <a:t>27/04/2017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41896-A298-4912-AF93-3482398F4CC3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0306" y="5524106"/>
            <a:ext cx="1267905" cy="126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25876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99A1E-870A-4A17-9F97-F01631B89ACA}" type="datetimeFigureOut">
              <a:rPr lang="pt-BR" smtClean="0"/>
              <a:t>27/04/2017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41896-A298-4912-AF93-3482398F4C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1633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99A1E-870A-4A17-9F97-F01631B89ACA}" type="datetimeFigureOut">
              <a:rPr lang="pt-BR" smtClean="0"/>
              <a:t>27/04/2017</a:t>
            </a:fld>
            <a:endParaRPr lang="pt-BR" dirty="0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41896-A298-4912-AF93-3482398F4CC3}" type="slidenum">
              <a:rPr lang="pt-BR" smtClean="0"/>
              <a:t>‹nº›</a:t>
            </a:fld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981221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99A1E-870A-4A17-9F97-F01631B89ACA}" type="datetimeFigureOut">
              <a:rPr lang="pt-BR" smtClean="0"/>
              <a:t>27/04/2017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41896-A298-4912-AF93-3482398F4C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543912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4" name="Espaço Reservado para Conteúdo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5" name="Espaço Reservado para Texto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6" name="Espaço Reservado para Conteúdo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7" name="Espaço Reservado para Data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99A1E-870A-4A17-9F97-F01631B89ACA}" type="datetimeFigureOut">
              <a:rPr lang="pt-BR" smtClean="0"/>
              <a:t>27/04/2017</a:t>
            </a:fld>
            <a:endParaRPr lang="pt-BR"/>
          </a:p>
        </p:txBody>
      </p:sp>
      <p:sp>
        <p:nvSpPr>
          <p:cNvPr id="8" name="Espaço Reservado para Rodapé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41896-A298-4912-AF93-3482398F4C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07386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99A1E-870A-4A17-9F97-F01631B89ACA}" type="datetimeFigureOut">
              <a:rPr lang="pt-BR" smtClean="0"/>
              <a:t>27/04/2017</a:t>
            </a:fld>
            <a:endParaRPr lang="pt-BR"/>
          </a:p>
        </p:txBody>
      </p:sp>
      <p:sp>
        <p:nvSpPr>
          <p:cNvPr id="4" name="Espaço Reservado para Rodapé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41896-A298-4912-AF93-3482398F4C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57183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99A1E-870A-4A17-9F97-F01631B89ACA}" type="datetimeFigureOut">
              <a:rPr lang="pt-BR" smtClean="0"/>
              <a:t>27/04/2017</a:t>
            </a:fld>
            <a:endParaRPr lang="pt-BR"/>
          </a:p>
        </p:txBody>
      </p:sp>
      <p:sp>
        <p:nvSpPr>
          <p:cNvPr id="3" name="Espaço Reservado para Rodapé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41896-A298-4912-AF93-3482398F4C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509887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99A1E-870A-4A17-9F97-F01631B89ACA}" type="datetimeFigureOut">
              <a:rPr lang="pt-BR" smtClean="0"/>
              <a:t>27/04/2017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41896-A298-4912-AF93-3482398F4C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52617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Imagem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 smtClean="0"/>
              <a:t>Clique para editar o texto mestre</a:t>
            </a:r>
          </a:p>
        </p:txBody>
      </p:sp>
      <p:sp>
        <p:nvSpPr>
          <p:cNvPr id="5" name="Espaço Reservado para Data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99A1E-870A-4A17-9F97-F01631B89ACA}" type="datetimeFigureOut">
              <a:rPr lang="pt-BR" smtClean="0"/>
              <a:t>27/04/2017</a:t>
            </a:fld>
            <a:endParaRPr lang="pt-BR"/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41896-A298-4912-AF93-3482398F4C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870057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99A1E-870A-4A17-9F97-F01631B89ACA}" type="datetimeFigureOut">
              <a:rPr lang="pt-BR" smtClean="0"/>
              <a:t>27/04/2017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41896-A298-4912-AF93-3482398F4C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7899750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e texto vertica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6499A1E-870A-4A17-9F97-F01631B89ACA}" type="datetimeFigureOut">
              <a:rPr lang="pt-BR" smtClean="0"/>
              <a:t>27/04/2017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341896-A298-4912-AF93-3482398F4CC3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463957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 smtClean="0"/>
              <a:t>Clique para editar o título mestre</a:t>
            </a:r>
            <a:endParaRPr lang="pt-BR"/>
          </a:p>
        </p:txBody>
      </p:sp>
      <p:sp>
        <p:nvSpPr>
          <p:cNvPr id="3" name="Espaço Reservado para Texto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 smtClean="0"/>
              <a:t>Clique para editar o texto mestre</a:t>
            </a:r>
          </a:p>
          <a:p>
            <a:pPr lvl="1"/>
            <a:r>
              <a:rPr lang="pt-BR" smtClean="0"/>
              <a:t>Segundo nível</a:t>
            </a:r>
          </a:p>
          <a:p>
            <a:pPr lvl="2"/>
            <a:r>
              <a:rPr lang="pt-BR" smtClean="0"/>
              <a:t>Terceiro nível</a:t>
            </a:r>
          </a:p>
          <a:p>
            <a:pPr lvl="3"/>
            <a:r>
              <a:rPr lang="pt-BR" smtClean="0"/>
              <a:t>Quarto nível</a:t>
            </a:r>
          </a:p>
          <a:p>
            <a:pPr lvl="4"/>
            <a:r>
              <a:rPr lang="pt-BR" smtClean="0"/>
              <a:t>Quinto nível</a:t>
            </a:r>
            <a:endParaRPr lang="pt-BR"/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6499A1E-870A-4A17-9F97-F01631B89ACA}" type="datetimeFigureOut">
              <a:rPr lang="pt-BR" smtClean="0"/>
              <a:t>27/04/2017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341896-A298-4912-AF93-3482398F4CC3}" type="slidenum">
              <a:rPr lang="pt-BR" smtClean="0"/>
              <a:t>‹nº›</a:t>
            </a:fld>
            <a:endParaRPr lang="pt-BR"/>
          </a:p>
        </p:txBody>
      </p:sp>
      <p:pic>
        <p:nvPicPr>
          <p:cNvPr id="7" name="Imagem 6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147" y="5589971"/>
            <a:ext cx="1267905" cy="12679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141194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3" r:id="rId1"/>
    <p:sldLayoutId id="2147483714" r:id="rId2"/>
    <p:sldLayoutId id="2147483715" r:id="rId3"/>
    <p:sldLayoutId id="2147483716" r:id="rId4"/>
    <p:sldLayoutId id="2147483717" r:id="rId5"/>
    <p:sldLayoutId id="2147483718" r:id="rId6"/>
    <p:sldLayoutId id="2147483719" r:id="rId7"/>
    <p:sldLayoutId id="2147483720" r:id="rId8"/>
    <p:sldLayoutId id="2147483721" r:id="rId9"/>
    <p:sldLayoutId id="2147483722" r:id="rId10"/>
    <p:sldLayoutId id="2147483723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jpeg"/><Relationship Id="rId3" Type="http://schemas.openxmlformats.org/officeDocument/2006/relationships/image" Target="../media/image8.png"/><Relationship Id="rId7" Type="http://schemas.openxmlformats.org/officeDocument/2006/relationships/image" Target="../media/image12.jpeg"/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10" Type="http://schemas.openxmlformats.org/officeDocument/2006/relationships/image" Target="../media/image15.jpeg"/><Relationship Id="rId4" Type="http://schemas.openxmlformats.org/officeDocument/2006/relationships/image" Target="../media/image9.jpeg"/><Relationship Id="rId9" Type="http://schemas.openxmlformats.org/officeDocument/2006/relationships/image" Target="../media/image14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7" Type="http://schemas.openxmlformats.org/officeDocument/2006/relationships/image" Target="../media/image15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jpeg"/><Relationship Id="rId5" Type="http://schemas.openxmlformats.org/officeDocument/2006/relationships/image" Target="../media/image13.jpeg"/><Relationship Id="rId4" Type="http://schemas.openxmlformats.org/officeDocument/2006/relationships/image" Target="../media/image1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gif"/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19.jpeg"/><Relationship Id="rId4" Type="http://schemas.openxmlformats.org/officeDocument/2006/relationships/image" Target="../media/image18.jpe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image" Target="../media/image27.jpeg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.jpe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mailto:contato@cisu.com.br" TargetMode="External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cisu.org.br/" TargetMode="External"/><Relationship Id="rId5" Type="http://schemas.openxmlformats.org/officeDocument/2006/relationships/hyperlink" Target="http://www.davitec.com.br/" TargetMode="External"/><Relationship Id="rId4" Type="http://schemas.openxmlformats.org/officeDocument/2006/relationships/hyperlink" Target="http://www.cisu.org.br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ctrTitle"/>
          </p:nvPr>
        </p:nvSpPr>
        <p:spPr>
          <a:xfrm>
            <a:off x="243866" y="1017812"/>
            <a:ext cx="12100320" cy="1825096"/>
          </a:xfrm>
        </p:spPr>
        <p:txBody>
          <a:bodyPr>
            <a:normAutofit/>
          </a:bodyPr>
          <a:lstStyle/>
          <a:p>
            <a:r>
              <a:rPr lang="pt-BR" dirty="0" smtClean="0"/>
              <a:t>Modelando a Aprendizagem:</a:t>
            </a:r>
            <a:br>
              <a:rPr lang="pt-BR" dirty="0" smtClean="0"/>
            </a:br>
            <a:r>
              <a:rPr lang="pt-BR" sz="4000" dirty="0" smtClean="0"/>
              <a:t>Uma abordagem para a educação integral</a:t>
            </a:r>
            <a:endParaRPr lang="pt-BR" sz="4000" dirty="0"/>
          </a:p>
        </p:txBody>
      </p:sp>
      <p:sp>
        <p:nvSpPr>
          <p:cNvPr id="3" name="Subtítulo 2"/>
          <p:cNvSpPr>
            <a:spLocks noGrp="1"/>
          </p:cNvSpPr>
          <p:nvPr>
            <p:ph type="subTitle" idx="1"/>
          </p:nvPr>
        </p:nvSpPr>
        <p:spPr>
          <a:xfrm>
            <a:off x="807563" y="3221196"/>
            <a:ext cx="9448800" cy="685800"/>
          </a:xfrm>
        </p:spPr>
        <p:txBody>
          <a:bodyPr>
            <a:noAutofit/>
          </a:bodyPr>
          <a:lstStyle/>
          <a:p>
            <a:pPr algn="ctr"/>
            <a:r>
              <a:rPr lang="pt-BR" sz="2800" dirty="0" smtClean="0"/>
              <a:t>Só o Sábio pode ser verdadeiramente livre.</a:t>
            </a:r>
          </a:p>
          <a:p>
            <a:pPr algn="ctr"/>
            <a:r>
              <a:rPr lang="pt-BR" sz="2800" dirty="0" smtClean="0"/>
              <a:t>Educa a criança com amor e dedicação, fazendo dela o Homem livre de amanhã.</a:t>
            </a:r>
            <a:endParaRPr lang="pt-BR" sz="2800" dirty="0"/>
          </a:p>
        </p:txBody>
      </p:sp>
      <p:sp>
        <p:nvSpPr>
          <p:cNvPr id="4" name="CaixaDeTexto 3"/>
          <p:cNvSpPr txBox="1"/>
          <p:nvPr/>
        </p:nvSpPr>
        <p:spPr>
          <a:xfrm>
            <a:off x="8859477" y="5047846"/>
            <a:ext cx="308971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Prof. Dr. Ricardo David</a:t>
            </a:r>
            <a:endParaRPr lang="pt-BR" dirty="0"/>
          </a:p>
        </p:txBody>
      </p:sp>
      <p:pic>
        <p:nvPicPr>
          <p:cNvPr id="5" name="Espaço Reservado para Conteúdo 3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62755" y="5047846"/>
            <a:ext cx="4600575" cy="1386938"/>
          </a:xfrm>
          <a:prstGeom prst="rect">
            <a:avLst/>
          </a:prstGeom>
        </p:spPr>
      </p:pic>
      <p:sp>
        <p:nvSpPr>
          <p:cNvPr id="6" name="CaixaDeTexto 5"/>
          <p:cNvSpPr txBox="1"/>
          <p:nvPr/>
        </p:nvSpPr>
        <p:spPr>
          <a:xfrm>
            <a:off x="1959087" y="6488668"/>
            <a:ext cx="9676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Instituto para o desenvolvimento da Cidadania e Sustentabilidade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0477906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 dirty="0" smtClean="0"/>
              <a:t>REALIZAÇÂO: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545" y="1747113"/>
            <a:ext cx="7776666" cy="2344436"/>
          </a:xfrm>
        </p:spPr>
      </p:pic>
      <p:sp>
        <p:nvSpPr>
          <p:cNvPr id="3" name="CaixaDeTexto 2"/>
          <p:cNvSpPr txBox="1"/>
          <p:nvPr/>
        </p:nvSpPr>
        <p:spPr>
          <a:xfrm>
            <a:off x="969273" y="3989508"/>
            <a:ext cx="9676262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4400" dirty="0" smtClean="0"/>
              <a:t>Instituto de desenvolvimento da Cidadania e Sustentabilidade</a:t>
            </a:r>
            <a:endParaRPr lang="pt-BR" sz="4400" dirty="0"/>
          </a:p>
        </p:txBody>
      </p:sp>
    </p:spTree>
    <p:extLst>
      <p:ext uri="{BB962C8B-B14F-4D97-AF65-F5344CB8AC3E}">
        <p14:creationId xmlns:p14="http://schemas.microsoft.com/office/powerpoint/2010/main" val="34596341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1059337" y="155574"/>
            <a:ext cx="9298071" cy="564558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EVOLUÇÂO: do instinto à Sabedoria</a:t>
            </a:r>
            <a:endParaRPr lang="pt-BR" dirty="0"/>
          </a:p>
        </p:txBody>
      </p:sp>
      <p:graphicFrame>
        <p:nvGraphicFramePr>
          <p:cNvPr id="3" name="Tabela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53677427"/>
              </p:ext>
            </p:extLst>
          </p:nvPr>
        </p:nvGraphicFramePr>
        <p:xfrm>
          <a:off x="311082" y="663105"/>
          <a:ext cx="11717520" cy="571416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52920"/>
                <a:gridCol w="1952920"/>
                <a:gridCol w="1952920"/>
                <a:gridCol w="1952920"/>
                <a:gridCol w="1952920"/>
                <a:gridCol w="1952920"/>
              </a:tblGrid>
              <a:tr h="628441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FASES</a:t>
                      </a:r>
                      <a:r>
                        <a:rPr lang="pt-BR" baseline="0" dirty="0" smtClean="0"/>
                        <a:t>   </a:t>
                      </a:r>
                      <a:r>
                        <a:rPr lang="pt-BR" dirty="0" smtClean="0">
                          <a:sym typeface="Wingdings" panose="05000000000000000000" pitchFamily="2" charset="2"/>
                        </a:rPr>
                        <a:t>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MOVIMENTO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smtClean="0"/>
                        <a:t>INTERAÇÃO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smtClean="0"/>
                        <a:t>EVOLUÇÃO</a:t>
                      </a:r>
                      <a:endParaRPr lang="pt-BR" dirty="0"/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1800" dirty="0" smtClean="0"/>
                        <a:t>DESENVOLVIMENTO</a:t>
                      </a:r>
                      <a:endParaRPr lang="pt-BR" sz="1800" dirty="0"/>
                    </a:p>
                    <a:p>
                      <a:pPr algn="ctr"/>
                      <a:r>
                        <a:rPr lang="pt-BR" dirty="0" smtClean="0"/>
                        <a:t>EDUCAÇÃO</a:t>
                      </a:r>
                      <a:endParaRPr lang="pt-BR" dirty="0"/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</a:tr>
              <a:tr h="628441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INTERAÇÔES</a:t>
                      </a:r>
                      <a:r>
                        <a:rPr lang="pt-BR" baseline="0" dirty="0" smtClean="0"/>
                        <a:t> </a:t>
                      </a:r>
                      <a:r>
                        <a:rPr lang="pt-BR" baseline="0" dirty="0" smtClean="0">
                          <a:sym typeface="Wingdings" panose="05000000000000000000" pitchFamily="2" charset="2"/>
                        </a:rPr>
                        <a:t>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Magnética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Elétrica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Atômica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smtClean="0"/>
                        <a:t>Quântica Gravidade</a:t>
                      </a:r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Espiritual</a:t>
                      </a:r>
                      <a:endParaRPr lang="pt-BR" dirty="0"/>
                    </a:p>
                  </a:txBody>
                  <a:tcPr anchor="ctr"/>
                </a:tc>
              </a:tr>
              <a:tr h="628441">
                <a:tc rowSpan="2">
                  <a:txBody>
                    <a:bodyPr/>
                    <a:lstStyle/>
                    <a:p>
                      <a:pPr algn="ctr"/>
                      <a:r>
                        <a:rPr lang="pt-BR" sz="2800" b="1" dirty="0" smtClean="0">
                          <a:solidFill>
                            <a:srgbClr val="C00000"/>
                          </a:solidFill>
                        </a:rPr>
                        <a:t>Razão   </a:t>
                      </a:r>
                      <a:r>
                        <a:rPr lang="pt-BR" sz="2800" b="1" dirty="0" smtClean="0">
                          <a:solidFill>
                            <a:srgbClr val="C00000"/>
                          </a:solidFill>
                          <a:sym typeface="Wingdings" panose="05000000000000000000" pitchFamily="2" charset="2"/>
                        </a:rPr>
                        <a:t></a:t>
                      </a:r>
                      <a:endParaRPr lang="pt-BR" sz="2800" b="1" dirty="0">
                        <a:solidFill>
                          <a:srgbClr val="C0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rgbClr val="FF0000"/>
                          </a:solidFill>
                        </a:rPr>
                        <a:t>Sobrevivência</a:t>
                      </a:r>
                      <a:endParaRPr lang="pt-BR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smtClean="0">
                          <a:solidFill>
                            <a:srgbClr val="FF0000"/>
                          </a:solidFill>
                        </a:rPr>
                        <a:t>Razão</a:t>
                      </a:r>
                      <a:r>
                        <a:rPr lang="pt-BR" baseline="0" dirty="0" smtClean="0">
                          <a:solidFill>
                            <a:srgbClr val="FF0000"/>
                          </a:solidFill>
                        </a:rPr>
                        <a:t> corrompida</a:t>
                      </a:r>
                      <a:endParaRPr lang="pt-BR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rgbClr val="FF0000"/>
                          </a:solidFill>
                        </a:rPr>
                        <a:t>Lógica Positiva</a:t>
                      </a:r>
                      <a:endParaRPr lang="pt-BR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rgbClr val="FF0000"/>
                          </a:solidFill>
                        </a:rPr>
                        <a:t>Tirocínio</a:t>
                      </a:r>
                      <a:endParaRPr lang="pt-BR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rgbClr val="FF0000"/>
                          </a:solidFill>
                        </a:rPr>
                        <a:t>Sabedoria</a:t>
                      </a:r>
                    </a:p>
                  </a:txBody>
                  <a:tcPr anchor="ctr"/>
                </a:tc>
              </a:tr>
              <a:tr h="628441">
                <a:tc v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rgbClr val="FF0000"/>
                          </a:solidFill>
                        </a:rPr>
                        <a:t>Alimentação</a:t>
                      </a:r>
                      <a:endParaRPr lang="pt-BR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rgbClr val="FF0000"/>
                          </a:solidFill>
                        </a:rPr>
                        <a:t>Território</a:t>
                      </a:r>
                      <a:endParaRPr lang="pt-BR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rgbClr val="FF0000"/>
                          </a:solidFill>
                        </a:rPr>
                        <a:t>Posse</a:t>
                      </a:r>
                    </a:p>
                    <a:p>
                      <a:pPr algn="ctr"/>
                      <a:r>
                        <a:rPr lang="pt-BR" dirty="0" smtClean="0">
                          <a:solidFill>
                            <a:srgbClr val="FF0000"/>
                          </a:solidFill>
                        </a:rPr>
                        <a:t>(ter)</a:t>
                      </a:r>
                      <a:endParaRPr lang="pt-BR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rgbClr val="FF0000"/>
                          </a:solidFill>
                        </a:rPr>
                        <a:t>Conhecimento (Ser)</a:t>
                      </a:r>
                      <a:endParaRPr lang="pt-BR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rgbClr val="FF0000"/>
                          </a:solidFill>
                        </a:rPr>
                        <a:t>Compartilhar (doar)</a:t>
                      </a:r>
                      <a:endParaRPr lang="pt-BR" dirty="0">
                        <a:solidFill>
                          <a:srgbClr val="FF0000"/>
                        </a:solidFill>
                      </a:endParaRPr>
                    </a:p>
                  </a:txBody>
                  <a:tcPr anchor="ctr"/>
                </a:tc>
              </a:tr>
              <a:tr h="1256882"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Instinto (conservação)</a:t>
                      </a:r>
                      <a:endParaRPr lang="pt-BR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Individualismo</a:t>
                      </a:r>
                      <a:endParaRPr lang="pt-BR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smtClean="0"/>
                        <a:t>Egoísmo</a:t>
                      </a:r>
                      <a:endParaRPr lang="pt-BR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Orgulho</a:t>
                      </a:r>
                      <a:endParaRPr lang="pt-BR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Altruísmo</a:t>
                      </a:r>
                      <a:endParaRPr lang="pt-BR" dirty="0"/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/>
                        <a:t>Sabedoria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</a:tr>
              <a:tr h="628441">
                <a:tc rowSpan="2">
                  <a:txBody>
                    <a:bodyPr/>
                    <a:lstStyle/>
                    <a:p>
                      <a:pPr algn="l"/>
                      <a:endParaRPr lang="pt-BR" dirty="0" smtClean="0"/>
                    </a:p>
                    <a:p>
                      <a:pPr algn="l"/>
                      <a:endParaRPr lang="pt-BR" dirty="0" smtClean="0"/>
                    </a:p>
                    <a:p>
                      <a:pPr algn="l"/>
                      <a:r>
                        <a:rPr lang="pt-BR" sz="1800" b="1" dirty="0" smtClean="0">
                          <a:solidFill>
                            <a:srgbClr val="002060"/>
                          </a:solidFill>
                        </a:rPr>
                        <a:t>SENTIMENTO</a:t>
                      </a:r>
                      <a:r>
                        <a:rPr lang="pt-BR" sz="1800" b="1" baseline="0" dirty="0" smtClean="0">
                          <a:solidFill>
                            <a:srgbClr val="002060"/>
                          </a:solidFill>
                        </a:rPr>
                        <a:t> </a:t>
                      </a:r>
                      <a:r>
                        <a:rPr lang="pt-BR" sz="1800" b="1" baseline="0" dirty="0" smtClean="0">
                          <a:solidFill>
                            <a:srgbClr val="002060"/>
                          </a:solidFill>
                          <a:sym typeface="Wingdings" panose="05000000000000000000" pitchFamily="2" charset="2"/>
                        </a:rPr>
                        <a:t></a:t>
                      </a:r>
                      <a:endParaRPr lang="pt-BR" sz="1800" b="1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rgbClr val="002060"/>
                          </a:solidFill>
                        </a:rPr>
                        <a:t>Sensação</a:t>
                      </a:r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 gridSpan="2">
                  <a:txBody>
                    <a:bodyPr/>
                    <a:lstStyle/>
                    <a:p>
                      <a:pPr algn="ctr"/>
                      <a:r>
                        <a:rPr lang="pt-BR" sz="1800" dirty="0" smtClean="0">
                          <a:solidFill>
                            <a:srgbClr val="002060"/>
                          </a:solidFill>
                        </a:rPr>
                        <a:t>Reconhecimento</a:t>
                      </a:r>
                      <a:endParaRPr lang="pt-BR" sz="1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 hMerge="1">
                  <a:txBody>
                    <a:bodyPr/>
                    <a:lstStyle/>
                    <a:p>
                      <a:pPr algn="ctr"/>
                      <a:endParaRPr lang="pt-BR" sz="18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smtClean="0">
                          <a:solidFill>
                            <a:srgbClr val="002060"/>
                          </a:solidFill>
                        </a:rPr>
                        <a:t>Sentimento</a:t>
                      </a:r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</a:tr>
              <a:tr h="628441">
                <a:tc vMerge="1"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rgbClr val="002060"/>
                          </a:solidFill>
                        </a:rPr>
                        <a:t>Reprodução</a:t>
                      </a:r>
                    </a:p>
                    <a:p>
                      <a:pPr algn="ctr"/>
                      <a:r>
                        <a:rPr lang="pt-BR" dirty="0" smtClean="0">
                          <a:solidFill>
                            <a:srgbClr val="002060"/>
                          </a:solidFill>
                        </a:rPr>
                        <a:t>(Sexo Animal)</a:t>
                      </a:r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smtClean="0">
                          <a:solidFill>
                            <a:srgbClr val="002060"/>
                          </a:solidFill>
                        </a:rPr>
                        <a:t>Sexualidade</a:t>
                      </a:r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4572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pt-BR" dirty="0" smtClean="0">
                          <a:solidFill>
                            <a:srgbClr val="002060"/>
                          </a:solidFill>
                        </a:rPr>
                        <a:t>Sensualidade</a:t>
                      </a:r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rgbClr val="002060"/>
                          </a:solidFill>
                        </a:rPr>
                        <a:t>Relacionamento</a:t>
                      </a:r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rgbClr val="002060"/>
                          </a:solidFill>
                        </a:rPr>
                        <a:t>Desprendimento</a:t>
                      </a:r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</a:tr>
              <a:tr h="628441">
                <a:tc>
                  <a:txBody>
                    <a:bodyPr/>
                    <a:lstStyle/>
                    <a:p>
                      <a:pPr algn="ctr"/>
                      <a:endParaRPr lang="pt-BR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rgbClr val="002060"/>
                          </a:solidFill>
                        </a:rPr>
                        <a:t>Proteção da prole</a:t>
                      </a:r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rgbClr val="002060"/>
                          </a:solidFill>
                        </a:rPr>
                        <a:t>Obrigação</a:t>
                      </a:r>
                    </a:p>
                    <a:p>
                      <a:pPr algn="ctr"/>
                      <a:r>
                        <a:rPr lang="pt-BR" dirty="0" smtClean="0">
                          <a:solidFill>
                            <a:srgbClr val="002060"/>
                          </a:solidFill>
                        </a:rPr>
                        <a:t>(filhos)</a:t>
                      </a:r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rgbClr val="002060"/>
                          </a:solidFill>
                        </a:rPr>
                        <a:t>Dever</a:t>
                      </a:r>
                    </a:p>
                    <a:p>
                      <a:pPr algn="ctr"/>
                      <a:r>
                        <a:rPr lang="pt-BR" dirty="0" smtClean="0">
                          <a:solidFill>
                            <a:srgbClr val="002060"/>
                          </a:solidFill>
                        </a:rPr>
                        <a:t>(Família)</a:t>
                      </a:r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rgbClr val="002060"/>
                          </a:solidFill>
                        </a:rPr>
                        <a:t>Responsabilidade</a:t>
                      </a:r>
                    </a:p>
                    <a:p>
                      <a:pPr algn="ctr"/>
                      <a:r>
                        <a:rPr lang="pt-BR" sz="1600" dirty="0" smtClean="0">
                          <a:solidFill>
                            <a:srgbClr val="002060"/>
                          </a:solidFill>
                        </a:rPr>
                        <a:t>(Socioambiental)</a:t>
                      </a:r>
                      <a:endParaRPr lang="pt-BR" sz="1600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pt-BR" dirty="0" smtClean="0">
                          <a:solidFill>
                            <a:srgbClr val="002060"/>
                          </a:solidFill>
                        </a:rPr>
                        <a:t>Amor</a:t>
                      </a:r>
                    </a:p>
                    <a:p>
                      <a:pPr algn="ctr"/>
                      <a:r>
                        <a:rPr lang="pt-BR" dirty="0" smtClean="0">
                          <a:solidFill>
                            <a:srgbClr val="002060"/>
                          </a:solidFill>
                        </a:rPr>
                        <a:t>(Solidariedade)</a:t>
                      </a:r>
                      <a:endParaRPr lang="pt-BR" dirty="0">
                        <a:solidFill>
                          <a:srgbClr val="002060"/>
                        </a:solidFill>
                      </a:endParaRPr>
                    </a:p>
                  </a:txBody>
                  <a:tcPr anchor="ctr"/>
                </a:tc>
              </a:tr>
            </a:tbl>
          </a:graphicData>
        </a:graphic>
      </p:graphicFrame>
      <p:sp>
        <p:nvSpPr>
          <p:cNvPr id="18" name="Raio 17"/>
          <p:cNvSpPr/>
          <p:nvPr/>
        </p:nvSpPr>
        <p:spPr>
          <a:xfrm>
            <a:off x="1102936" y="4450722"/>
            <a:ext cx="1310326" cy="772998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6" name="Raio 15"/>
          <p:cNvSpPr/>
          <p:nvPr/>
        </p:nvSpPr>
        <p:spPr>
          <a:xfrm flipV="1">
            <a:off x="1102936" y="2526383"/>
            <a:ext cx="1310326" cy="782429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9" name="Imagem 18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2422" y="5564170"/>
            <a:ext cx="1293830" cy="12938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85507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pattFill prst="pct5">
          <a:fgClr>
            <a:schemeClr val="accent1"/>
          </a:fgClr>
          <a:bgClr>
            <a:schemeClr val="bg1"/>
          </a:bgClr>
        </a:patt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0" y="116600"/>
            <a:ext cx="8596668" cy="672445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Ciclo Comportamental: </a:t>
            </a:r>
            <a:r>
              <a:rPr lang="pt-BR" sz="2200" dirty="0" smtClean="0">
                <a:solidFill>
                  <a:srgbClr val="0070C0"/>
                </a:solidFill>
              </a:rPr>
              <a:t>Movimento = Espaço / Tempo</a:t>
            </a:r>
            <a:endParaRPr lang="pt-BR" sz="2200" dirty="0">
              <a:solidFill>
                <a:srgbClr val="0070C0"/>
              </a:solidFill>
            </a:endParaRPr>
          </a:p>
        </p:txBody>
      </p:sp>
      <p:grpSp>
        <p:nvGrpSpPr>
          <p:cNvPr id="15" name="Grupo 14"/>
          <p:cNvGrpSpPr/>
          <p:nvPr/>
        </p:nvGrpSpPr>
        <p:grpSpPr>
          <a:xfrm>
            <a:off x="178102" y="335447"/>
            <a:ext cx="11687349" cy="6442425"/>
            <a:chOff x="178102" y="335447"/>
            <a:chExt cx="11687349" cy="6442425"/>
          </a:xfrm>
        </p:grpSpPr>
        <p:pic>
          <p:nvPicPr>
            <p:cNvPr id="1026" name="Picture 2" descr="Resultado de imagem para Espiral Aspiral ascendente"/>
            <p:cNvPicPr>
              <a:picLocks noChangeAspect="1" noChangeArrowheads="1"/>
            </p:cNvPicPr>
            <p:nvPr/>
          </p:nvPicPr>
          <p:blipFill rotWithShape="1"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6218" r="28817"/>
            <a:stretch/>
          </p:blipFill>
          <p:spPr bwMode="auto">
            <a:xfrm>
              <a:off x="9175290" y="3028040"/>
              <a:ext cx="2011368" cy="3665866"/>
            </a:xfrm>
            <a:prstGeom prst="rect">
              <a:avLst/>
            </a:prstGeom>
          </p:spPr>
        </p:pic>
        <p:sp>
          <p:nvSpPr>
            <p:cNvPr id="3" name="Retângulo 2"/>
            <p:cNvSpPr/>
            <p:nvPr/>
          </p:nvSpPr>
          <p:spPr>
            <a:xfrm>
              <a:off x="178102" y="3060387"/>
              <a:ext cx="1941921" cy="1407339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dirty="0" smtClean="0"/>
                <a:t>ESTÍMULOS:</a:t>
              </a:r>
            </a:p>
            <a:p>
              <a:pPr marL="285750" indent="-285750">
                <a:buFontTx/>
                <a:buChar char="-"/>
              </a:pPr>
              <a:r>
                <a:rPr lang="pt-BR" sz="1600" dirty="0" smtClean="0"/>
                <a:t>5 Sentidos (+20)</a:t>
              </a:r>
            </a:p>
            <a:p>
              <a:pPr marL="285750" indent="-285750">
                <a:buFontTx/>
                <a:buChar char="-"/>
              </a:pPr>
              <a:r>
                <a:rPr lang="pt-BR" sz="1600" dirty="0" smtClean="0"/>
                <a:t>Intuição</a:t>
              </a:r>
            </a:p>
            <a:p>
              <a:pPr marL="285750" indent="-285750">
                <a:buFontTx/>
                <a:buChar char="-"/>
              </a:pPr>
              <a:r>
                <a:rPr lang="pt-BR" sz="1600" dirty="0" smtClean="0"/>
                <a:t>Vibrações</a:t>
              </a:r>
            </a:p>
            <a:p>
              <a:pPr marL="285750" indent="-285750">
                <a:buFontTx/>
                <a:buChar char="-"/>
              </a:pPr>
              <a:r>
                <a:rPr lang="pt-BR" sz="1600" dirty="0" smtClean="0"/>
                <a:t>Meio Ambiente</a:t>
              </a:r>
              <a:endParaRPr lang="pt-BR" sz="1600" dirty="0"/>
            </a:p>
          </p:txBody>
        </p:sp>
        <p:sp>
          <p:nvSpPr>
            <p:cNvPr id="4" name="Retângulo 3"/>
            <p:cNvSpPr/>
            <p:nvPr/>
          </p:nvSpPr>
          <p:spPr>
            <a:xfrm>
              <a:off x="4007964" y="5953027"/>
              <a:ext cx="2779335" cy="824845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r>
                <a:rPr lang="pt-BR" dirty="0" smtClean="0"/>
                <a:t>CAUSA E EFEITO:</a:t>
              </a:r>
            </a:p>
            <a:p>
              <a:pPr marL="285750" indent="-285750">
                <a:buFontTx/>
                <a:buChar char="-"/>
              </a:pPr>
              <a:r>
                <a:rPr lang="pt-BR" sz="1600" dirty="0" smtClean="0"/>
                <a:t>Dor/Recompensa</a:t>
              </a:r>
            </a:p>
            <a:p>
              <a:pPr marL="285750" indent="-285750">
                <a:buFontTx/>
                <a:buChar char="-"/>
              </a:pPr>
              <a:r>
                <a:rPr lang="pt-BR" sz="1600" dirty="0" smtClean="0"/>
                <a:t>Efeito Imediato/Tardio</a:t>
              </a:r>
              <a:endParaRPr lang="pt-BR" sz="1600" dirty="0"/>
            </a:p>
          </p:txBody>
        </p:sp>
        <p:grpSp>
          <p:nvGrpSpPr>
            <p:cNvPr id="22" name="Grupo 21"/>
            <p:cNvGrpSpPr/>
            <p:nvPr/>
          </p:nvGrpSpPr>
          <p:grpSpPr>
            <a:xfrm>
              <a:off x="2714920" y="1211061"/>
              <a:ext cx="5722070" cy="4524867"/>
              <a:chOff x="2714920" y="1211061"/>
              <a:chExt cx="5722070" cy="4524867"/>
            </a:xfrm>
          </p:grpSpPr>
          <p:sp>
            <p:nvSpPr>
              <p:cNvPr id="5" name="Retângulo 4"/>
              <p:cNvSpPr/>
              <p:nvPr/>
            </p:nvSpPr>
            <p:spPr>
              <a:xfrm>
                <a:off x="2714920" y="1211061"/>
                <a:ext cx="5722070" cy="4524867"/>
              </a:xfrm>
              <a:prstGeom prst="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r>
                  <a:rPr lang="pt-BR" dirty="0" smtClean="0"/>
                  <a:t>PROCESSAMENTO:</a:t>
                </a:r>
              </a:p>
              <a:p>
                <a:endParaRPr lang="pt-BR" dirty="0" smtClean="0"/>
              </a:p>
            </p:txBody>
          </p:sp>
          <p:sp>
            <p:nvSpPr>
              <p:cNvPr id="6" name="Retângulo de cantos arredondados 5"/>
              <p:cNvSpPr/>
              <p:nvPr/>
            </p:nvSpPr>
            <p:spPr>
              <a:xfrm>
                <a:off x="4761322" y="1308754"/>
                <a:ext cx="1591558" cy="461913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r>
                  <a:rPr lang="pt-BR" sz="1400" dirty="0" smtClean="0"/>
                  <a:t>Raciocínio</a:t>
                </a:r>
              </a:p>
              <a:p>
                <a:pPr algn="ctr"/>
                <a:r>
                  <a:rPr lang="pt-BR" sz="1400" dirty="0" smtClean="0"/>
                  <a:t>Tirocínio</a:t>
                </a:r>
                <a:endParaRPr lang="pt-BR" sz="1400" dirty="0"/>
              </a:p>
            </p:txBody>
          </p:sp>
          <p:sp>
            <p:nvSpPr>
              <p:cNvPr id="7" name="CaixaDeTexto 6"/>
              <p:cNvSpPr txBox="1"/>
              <p:nvPr/>
            </p:nvSpPr>
            <p:spPr>
              <a:xfrm>
                <a:off x="4761322" y="1938779"/>
                <a:ext cx="1536569" cy="52322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sz="1400" dirty="0" smtClean="0"/>
                  <a:t>Pensamento</a:t>
                </a:r>
              </a:p>
              <a:p>
                <a:pPr algn="ctr"/>
                <a:r>
                  <a:rPr lang="pt-BR" sz="1400" dirty="0" smtClean="0"/>
                  <a:t>Reflexão</a:t>
                </a:r>
                <a:endParaRPr lang="pt-BR" sz="1400" dirty="0"/>
              </a:p>
            </p:txBody>
          </p:sp>
          <p:sp>
            <p:nvSpPr>
              <p:cNvPr id="11" name="Retângulo de cantos arredondados 10"/>
              <p:cNvSpPr/>
              <p:nvPr/>
            </p:nvSpPr>
            <p:spPr>
              <a:xfrm>
                <a:off x="2960017" y="2630110"/>
                <a:ext cx="5231876" cy="2366095"/>
              </a:xfrm>
              <a:prstGeom prst="roundRect">
                <a:avLst/>
              </a:prstGeom>
            </p:spPr>
            <p:style>
              <a:lnRef idx="2">
                <a:schemeClr val="accent5">
                  <a:shade val="50000"/>
                </a:schemeClr>
              </a:lnRef>
              <a:fillRef idx="1">
                <a:schemeClr val="accent5"/>
              </a:fillRef>
              <a:effectRef idx="0">
                <a:schemeClr val="accent5"/>
              </a:effectRef>
              <a:fontRef idx="minor">
                <a:schemeClr val="lt1"/>
              </a:fontRef>
            </p:style>
            <p:txBody>
              <a:bodyPr rtlCol="0" anchor="t"/>
              <a:lstStyle/>
              <a:p>
                <a:endParaRPr lang="pt-BR" sz="1400" dirty="0"/>
              </a:p>
            </p:txBody>
          </p:sp>
          <p:sp>
            <p:nvSpPr>
              <p:cNvPr id="8" name="Seta em curva para a direita 7"/>
              <p:cNvSpPr/>
              <p:nvPr/>
            </p:nvSpPr>
            <p:spPr>
              <a:xfrm flipV="1">
                <a:off x="4341602" y="1471741"/>
                <a:ext cx="731520" cy="1216152"/>
              </a:xfrm>
              <a:prstGeom prst="curvedRigh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9" name="Seta em curva para a esquerda 8"/>
              <p:cNvSpPr/>
              <p:nvPr/>
            </p:nvSpPr>
            <p:spPr>
              <a:xfrm>
                <a:off x="5987120" y="1566011"/>
                <a:ext cx="731520" cy="1216152"/>
              </a:xfrm>
              <a:prstGeom prst="curvedLeftArrow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>
                  <a:solidFill>
                    <a:schemeClr val="tx1"/>
                  </a:solidFill>
                </a:endParaRPr>
              </a:p>
            </p:txBody>
          </p:sp>
          <p:sp>
            <p:nvSpPr>
              <p:cNvPr id="12" name="CaixaDeTexto 11"/>
              <p:cNvSpPr txBox="1"/>
              <p:nvPr/>
            </p:nvSpPr>
            <p:spPr>
              <a:xfrm>
                <a:off x="3036284" y="2938322"/>
                <a:ext cx="2610636" cy="1815882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pt-BR" sz="1400" dirty="0" smtClean="0"/>
                  <a:t>Instinto</a:t>
                </a:r>
              </a:p>
              <a:p>
                <a:r>
                  <a:rPr lang="pt-BR" sz="1400" dirty="0" smtClean="0"/>
                  <a:t>Tendências reativas</a:t>
                </a:r>
              </a:p>
              <a:p>
                <a:r>
                  <a:rPr lang="pt-BR" sz="1400" dirty="0" smtClean="0"/>
                  <a:t>Sensações</a:t>
                </a:r>
              </a:p>
              <a:p>
                <a:r>
                  <a:rPr lang="pt-BR" sz="1400" dirty="0" smtClean="0"/>
                  <a:t>Sentimentos</a:t>
                </a:r>
              </a:p>
              <a:p>
                <a:r>
                  <a:rPr lang="pt-BR" sz="1400" dirty="0" smtClean="0"/>
                  <a:t>Pensamentos e crenças</a:t>
                </a:r>
              </a:p>
              <a:p>
                <a:r>
                  <a:rPr lang="pt-BR" sz="1400" dirty="0" smtClean="0"/>
                  <a:t>Vícios / hábitos</a:t>
                </a:r>
              </a:p>
              <a:p>
                <a:r>
                  <a:rPr lang="pt-BR" sz="1400" dirty="0" smtClean="0"/>
                  <a:t>Consciências</a:t>
                </a:r>
              </a:p>
              <a:p>
                <a:r>
                  <a:rPr lang="pt-BR" sz="1400" dirty="0" smtClean="0"/>
                  <a:t>Conhecimento (Lembranças)</a:t>
                </a:r>
                <a:endParaRPr lang="pt-BR" sz="1400" dirty="0"/>
              </a:p>
            </p:txBody>
          </p:sp>
          <p:sp>
            <p:nvSpPr>
              <p:cNvPr id="13" name="CaixaDeTexto 12"/>
              <p:cNvSpPr txBox="1"/>
              <p:nvPr/>
            </p:nvSpPr>
            <p:spPr>
              <a:xfrm>
                <a:off x="5814680" y="2680878"/>
                <a:ext cx="138698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dirty="0" smtClean="0">
                    <a:solidFill>
                      <a:schemeClr val="bg1"/>
                    </a:solidFill>
                  </a:rPr>
                  <a:t>Temperamento</a:t>
                </a:r>
                <a:endParaRPr lang="pt-BR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4" name="CaixaDeTexto 13"/>
              <p:cNvSpPr txBox="1"/>
              <p:nvPr/>
            </p:nvSpPr>
            <p:spPr>
              <a:xfrm>
                <a:off x="3041631" y="2669097"/>
                <a:ext cx="1299971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dirty="0" smtClean="0">
                    <a:solidFill>
                      <a:schemeClr val="bg1"/>
                    </a:solidFill>
                  </a:rPr>
                  <a:t>Personalidade</a:t>
                </a:r>
                <a:endParaRPr lang="pt-BR" sz="1400" dirty="0">
                  <a:solidFill>
                    <a:schemeClr val="bg1"/>
                  </a:solidFill>
                </a:endParaRPr>
              </a:p>
            </p:txBody>
          </p:sp>
          <p:sp>
            <p:nvSpPr>
              <p:cNvPr id="16" name="CaixaDeTexto 15"/>
              <p:cNvSpPr txBox="1"/>
              <p:nvPr/>
            </p:nvSpPr>
            <p:spPr>
              <a:xfrm>
                <a:off x="5894778" y="2950275"/>
                <a:ext cx="2146286" cy="523220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pt-BR" sz="1400" dirty="0" smtClean="0"/>
                  <a:t>Fleumático  Sanguíneo</a:t>
                </a:r>
              </a:p>
              <a:p>
                <a:r>
                  <a:rPr lang="pt-BR" sz="1400" dirty="0" smtClean="0"/>
                  <a:t>Colérico      Melancólico</a:t>
                </a:r>
                <a:endParaRPr lang="pt-BR" sz="1400" dirty="0"/>
              </a:p>
            </p:txBody>
          </p:sp>
          <p:sp>
            <p:nvSpPr>
              <p:cNvPr id="17" name="CaixaDeTexto 16"/>
              <p:cNvSpPr txBox="1"/>
              <p:nvPr/>
            </p:nvSpPr>
            <p:spPr>
              <a:xfrm>
                <a:off x="5894778" y="3723574"/>
                <a:ext cx="2157297" cy="1169551"/>
              </a:xfrm>
              <a:prstGeom prst="rect">
                <a:avLst/>
              </a:prstGeom>
              <a:noFill/>
              <a:ln>
                <a:solidFill>
                  <a:schemeClr val="accent2"/>
                </a:solidFill>
              </a:ln>
            </p:spPr>
            <p:txBody>
              <a:bodyPr wrap="square" rtlCol="0">
                <a:spAutoFit/>
              </a:bodyPr>
              <a:lstStyle/>
              <a:p>
                <a:r>
                  <a:rPr lang="pt-BR" sz="1400" dirty="0" smtClean="0"/>
                  <a:t>Fuga               Ideia Fixa</a:t>
                </a:r>
              </a:p>
              <a:p>
                <a:r>
                  <a:rPr lang="pt-BR" sz="1400" dirty="0" smtClean="0"/>
                  <a:t>Orgulho          Egoísmo</a:t>
                </a:r>
              </a:p>
              <a:p>
                <a:r>
                  <a:rPr lang="pt-BR" sz="1400" dirty="0" smtClean="0"/>
                  <a:t>Mágoa            Ódio</a:t>
                </a:r>
              </a:p>
              <a:p>
                <a:r>
                  <a:rPr lang="pt-BR" sz="1400" dirty="0" smtClean="0"/>
                  <a:t>Ansiedade      Medo</a:t>
                </a:r>
              </a:p>
              <a:p>
                <a:r>
                  <a:rPr lang="pt-BR" sz="1400" dirty="0" smtClean="0"/>
                  <a:t>Solidão          Rotina</a:t>
                </a:r>
                <a:endParaRPr lang="pt-BR" sz="1400" dirty="0"/>
              </a:p>
            </p:txBody>
          </p:sp>
          <p:sp>
            <p:nvSpPr>
              <p:cNvPr id="18" name="CaixaDeTexto 17"/>
              <p:cNvSpPr txBox="1"/>
              <p:nvPr/>
            </p:nvSpPr>
            <p:spPr>
              <a:xfrm>
                <a:off x="5800095" y="3494614"/>
                <a:ext cx="1042273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pt-BR" sz="1400" dirty="0" smtClean="0">
                    <a:solidFill>
                      <a:schemeClr val="bg1"/>
                    </a:solidFill>
                  </a:rPr>
                  <a:t>Distúrbios:</a:t>
                </a:r>
                <a:endParaRPr lang="pt-BR" sz="1400" dirty="0">
                  <a:solidFill>
                    <a:schemeClr val="bg1"/>
                  </a:solidFill>
                </a:endParaRPr>
              </a:p>
            </p:txBody>
          </p:sp>
        </p:grp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20" name="CaixaDeTexto 19"/>
                <p:cNvSpPr txBox="1"/>
                <p:nvPr/>
              </p:nvSpPr>
              <p:spPr>
                <a:xfrm>
                  <a:off x="2213860" y="4979036"/>
                  <a:ext cx="6631492" cy="666208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nary>
                          <m:naryPr>
                            <m:ctrlPr>
                              <a:rPr lang="pt-BR" sz="1600" i="1" smtClean="0">
                                <a:latin typeface="Cambria Math"/>
                              </a:rPr>
                            </m:ctrlPr>
                          </m:naryPr>
                          <m:sub/>
                          <m:sup/>
                          <m:e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𝐸𝑠𝑡𝑎𝑑𝑜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𝑉𝑖𝑏𝑟𝑎𝑐𝑖𝑜𝑛𝑎𝑙</m:t>
                            </m:r>
                          </m:e>
                        </m:nary>
                        <m:r>
                          <a:rPr lang="pt-BR" sz="160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f>
                          <m:fPr>
                            <m:ctrlPr>
                              <a:rPr lang="pt-BR" sz="1600" i="1" smtClean="0">
                                <a:latin typeface="Cambria Math"/>
                              </a:rPr>
                            </m:ctrlPr>
                          </m:fPr>
                          <m:num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𝑃𝑒𝑟𝑠𝑜𝑛𝑎𝑙𝑖𝑑𝑎𝑑𝑒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𝑇𝑒𝑚𝑝𝑒𝑟𝑎𝑚𝑒𝑛𝑡𝑜</m:t>
                            </m:r>
                          </m:num>
                          <m:den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𝐷𝑖𝑠𝑡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ú</m:t>
                            </m:r>
                            <m:r>
                              <a:rPr lang="pt-BR" sz="1600" b="0" i="1" smtClean="0">
                                <a:latin typeface="Cambria Math" panose="02040503050406030204" pitchFamily="18" charset="0"/>
                              </a:rPr>
                              <m:t>𝑟𝑏𝑖𝑜𝑠</m:t>
                            </m:r>
                          </m:den>
                        </m:f>
                      </m:oMath>
                    </m:oMathPara>
                  </a14:m>
                  <a:endParaRPr lang="pt-BR" sz="1600" dirty="0"/>
                </a:p>
              </p:txBody>
            </p:sp>
          </mc:Choice>
          <mc:Fallback xmlns="">
            <p:sp>
              <p:nvSpPr>
                <p:cNvPr id="20" name="CaixaDeTexto 19"/>
                <p:cNvSpPr txBox="1"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213860" y="4979036"/>
                  <a:ext cx="6631492" cy="666208"/>
                </a:xfrm>
                <a:prstGeom prst="rect">
                  <a:avLst/>
                </a:prstGeom>
                <a:blipFill rotWithShape="0">
                  <a:blip r:embed="rId3"/>
                  <a:stretch>
                    <a:fillRect/>
                  </a:stretch>
                </a:blipFill>
              </p:spPr>
              <p:txBody>
                <a:bodyPr/>
                <a:lstStyle/>
                <a:p>
                  <a:r>
                    <a:rPr lang="pt-BR">
                      <a:noFill/>
                    </a:rPr>
                    <a:t> </a:t>
                  </a:r>
                </a:p>
              </p:txBody>
            </p:sp>
          </mc:Fallback>
        </mc:AlternateContent>
        <p:grpSp>
          <p:nvGrpSpPr>
            <p:cNvPr id="25" name="Grupo 24"/>
            <p:cNvGrpSpPr/>
            <p:nvPr/>
          </p:nvGrpSpPr>
          <p:grpSpPr>
            <a:xfrm>
              <a:off x="8191893" y="335447"/>
              <a:ext cx="3673558" cy="2525347"/>
              <a:chOff x="8090276" y="764089"/>
              <a:chExt cx="3673558" cy="2525347"/>
            </a:xfrm>
          </p:grpSpPr>
          <p:sp>
            <p:nvSpPr>
              <p:cNvPr id="21" name="Retângulo de cantos arredondados 20"/>
              <p:cNvSpPr/>
              <p:nvPr/>
            </p:nvSpPr>
            <p:spPr>
              <a:xfrm>
                <a:off x="8115661" y="764089"/>
                <a:ext cx="3648173" cy="2525347"/>
              </a:xfrm>
              <a:prstGeom prst="roundRect">
                <a:avLst/>
              </a:prstGeom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pt-BR"/>
              </a:p>
            </p:txBody>
          </p:sp>
          <p:sp>
            <p:nvSpPr>
              <p:cNvPr id="23" name="CaixaDeTexto 22"/>
              <p:cNvSpPr txBox="1"/>
              <p:nvPr/>
            </p:nvSpPr>
            <p:spPr>
              <a:xfrm>
                <a:off x="8090276" y="848355"/>
                <a:ext cx="335632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 smtClean="0">
                    <a:solidFill>
                      <a:schemeClr val="bg1"/>
                    </a:solidFill>
                  </a:rPr>
                  <a:t>ENFRENTAMENTO / ATITUDES </a:t>
                </a:r>
                <a:r>
                  <a:rPr lang="pt-BR" dirty="0" smtClean="0"/>
                  <a:t>:</a:t>
                </a:r>
                <a:endParaRPr lang="pt-BR" dirty="0"/>
              </a:p>
            </p:txBody>
          </p:sp>
          <p:sp>
            <p:nvSpPr>
              <p:cNvPr id="24" name="CaixaDeTexto 23"/>
              <p:cNvSpPr txBox="1"/>
              <p:nvPr/>
            </p:nvSpPr>
            <p:spPr>
              <a:xfrm>
                <a:off x="8288922" y="1385798"/>
                <a:ext cx="3296620" cy="175432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 smtClean="0"/>
                  <a:t>Hiperativo        </a:t>
                </a:r>
                <a:r>
                  <a:rPr lang="pt-BR" dirty="0" smtClean="0">
                    <a:solidFill>
                      <a:srgbClr val="FF0000"/>
                    </a:solidFill>
                  </a:rPr>
                  <a:t>Conturbadora</a:t>
                </a:r>
              </a:p>
              <a:p>
                <a:r>
                  <a:rPr lang="pt-BR" dirty="0" smtClean="0"/>
                  <a:t>Proativo           </a:t>
                </a:r>
                <a:r>
                  <a:rPr lang="pt-BR" dirty="0" smtClean="0">
                    <a:solidFill>
                      <a:srgbClr val="0070C0"/>
                    </a:solidFill>
                  </a:rPr>
                  <a:t>Aceleradora</a:t>
                </a:r>
              </a:p>
              <a:p>
                <a:r>
                  <a:rPr lang="pt-BR" dirty="0" smtClean="0"/>
                  <a:t>Ativo  	          </a:t>
                </a:r>
                <a:r>
                  <a:rPr lang="pt-BR" dirty="0" smtClean="0">
                    <a:solidFill>
                      <a:srgbClr val="0070C0"/>
                    </a:solidFill>
                  </a:rPr>
                  <a:t>Libertadora</a:t>
                </a:r>
              </a:p>
              <a:p>
                <a:r>
                  <a:rPr lang="pt-BR" dirty="0" smtClean="0"/>
                  <a:t>Reativo            </a:t>
                </a:r>
                <a:r>
                  <a:rPr lang="pt-BR" dirty="0" smtClean="0">
                    <a:solidFill>
                      <a:srgbClr val="FF0000"/>
                    </a:solidFill>
                  </a:rPr>
                  <a:t>Atravancadora</a:t>
                </a:r>
              </a:p>
              <a:p>
                <a:r>
                  <a:rPr lang="pt-BR" dirty="0" smtClean="0"/>
                  <a:t>Inativo             </a:t>
                </a:r>
                <a:r>
                  <a:rPr lang="pt-BR" dirty="0" smtClean="0">
                    <a:solidFill>
                      <a:srgbClr val="FF0000"/>
                    </a:solidFill>
                  </a:rPr>
                  <a:t>Estagnadora</a:t>
                </a:r>
              </a:p>
              <a:p>
                <a:r>
                  <a:rPr lang="pt-BR" dirty="0" smtClean="0"/>
                  <a:t>Repulsivo         </a:t>
                </a:r>
                <a:r>
                  <a:rPr lang="pt-BR" dirty="0" err="1" smtClean="0">
                    <a:solidFill>
                      <a:srgbClr val="FF0000"/>
                    </a:solidFill>
                  </a:rPr>
                  <a:t>Retrocessora</a:t>
                </a:r>
                <a:endParaRPr lang="pt-BR" dirty="0">
                  <a:solidFill>
                    <a:srgbClr val="FF0000"/>
                  </a:solidFill>
                </a:endParaRPr>
              </a:p>
            </p:txBody>
          </p:sp>
        </p:grpSp>
        <p:sp>
          <p:nvSpPr>
            <p:cNvPr id="26" name="Seta dobrada 25"/>
            <p:cNvSpPr/>
            <p:nvPr/>
          </p:nvSpPr>
          <p:spPr>
            <a:xfrm flipH="1" flipV="1">
              <a:off x="7084572" y="3028905"/>
              <a:ext cx="2074823" cy="3625698"/>
            </a:xfrm>
            <a:prstGeom prst="bentArrow">
              <a:avLst>
                <a:gd name="adj1" fmla="val 12822"/>
                <a:gd name="adj2" fmla="val 11123"/>
                <a:gd name="adj3" fmla="val 30664"/>
                <a:gd name="adj4" fmla="val 3751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27" name="Seta dobrada 26"/>
            <p:cNvSpPr/>
            <p:nvPr/>
          </p:nvSpPr>
          <p:spPr>
            <a:xfrm rot="5400000" flipH="1" flipV="1">
              <a:off x="1674299" y="4576333"/>
              <a:ext cx="1903785" cy="2103668"/>
            </a:xfrm>
            <a:prstGeom prst="bentArrow">
              <a:avLst>
                <a:gd name="adj1" fmla="val 12822"/>
                <a:gd name="adj2" fmla="val 11123"/>
                <a:gd name="adj3" fmla="val 23643"/>
                <a:gd name="adj4" fmla="val 37519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28" name="Seta dobrada 27"/>
            <p:cNvSpPr/>
            <p:nvPr/>
          </p:nvSpPr>
          <p:spPr>
            <a:xfrm rot="10800000" flipH="1" flipV="1">
              <a:off x="1574357" y="1471741"/>
              <a:ext cx="1117345" cy="1478534"/>
            </a:xfrm>
            <a:prstGeom prst="bentArrow">
              <a:avLst>
                <a:gd name="adj1" fmla="val 22073"/>
                <a:gd name="adj2" fmla="val 16460"/>
                <a:gd name="adj3" fmla="val 33606"/>
                <a:gd name="adj4" fmla="val 33961"/>
              </a:avLst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29" name="CaixaDeTexto 28"/>
            <p:cNvSpPr txBox="1"/>
            <p:nvPr/>
          </p:nvSpPr>
          <p:spPr>
            <a:xfrm>
              <a:off x="9741109" y="6285271"/>
              <a:ext cx="13827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Instinto</a:t>
              </a:r>
              <a:endParaRPr lang="pt-BR" dirty="0"/>
            </a:p>
          </p:txBody>
        </p:sp>
        <p:sp>
          <p:nvSpPr>
            <p:cNvPr id="31" name="CaixaDeTexto 30"/>
            <p:cNvSpPr txBox="1"/>
            <p:nvPr/>
          </p:nvSpPr>
          <p:spPr>
            <a:xfrm>
              <a:off x="9657806" y="3089522"/>
              <a:ext cx="13827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Sabedoria</a:t>
              </a:r>
              <a:endParaRPr lang="pt-BR" dirty="0"/>
            </a:p>
          </p:txBody>
        </p:sp>
        <p:sp>
          <p:nvSpPr>
            <p:cNvPr id="32" name="CaixaDeTexto 31"/>
            <p:cNvSpPr txBox="1"/>
            <p:nvPr/>
          </p:nvSpPr>
          <p:spPr>
            <a:xfrm>
              <a:off x="9842412" y="3959676"/>
              <a:ext cx="138276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Ritmo</a:t>
              </a:r>
              <a:endParaRPr lang="pt-BR" dirty="0"/>
            </a:p>
          </p:txBody>
        </p:sp>
      </p:grpSp>
      <p:sp>
        <p:nvSpPr>
          <p:cNvPr id="33" name="CaixaDeTexto 32"/>
          <p:cNvSpPr txBox="1"/>
          <p:nvPr/>
        </p:nvSpPr>
        <p:spPr>
          <a:xfrm>
            <a:off x="10995776" y="3693490"/>
            <a:ext cx="138276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/>
              <a:t>&gt; Velocidade</a:t>
            </a:r>
          </a:p>
          <a:p>
            <a:r>
              <a:rPr lang="pt-BR" sz="1400" dirty="0" smtClean="0"/>
              <a:t>&gt; Frequência</a:t>
            </a:r>
            <a:endParaRPr lang="pt-BR" sz="1400" dirty="0"/>
          </a:p>
        </p:txBody>
      </p:sp>
      <p:sp>
        <p:nvSpPr>
          <p:cNvPr id="10" name="CaixaDeTexto 9"/>
          <p:cNvSpPr txBox="1"/>
          <p:nvPr/>
        </p:nvSpPr>
        <p:spPr>
          <a:xfrm>
            <a:off x="75719" y="957156"/>
            <a:ext cx="148731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Visão – 2</a:t>
            </a:r>
          </a:p>
          <a:p>
            <a:r>
              <a:rPr lang="pt-BR" dirty="0" smtClean="0"/>
              <a:t>Audição 1</a:t>
            </a:r>
          </a:p>
          <a:p>
            <a:r>
              <a:rPr lang="pt-BR" dirty="0" smtClean="0"/>
              <a:t>Olfato 3</a:t>
            </a:r>
          </a:p>
          <a:p>
            <a:r>
              <a:rPr lang="pt-BR" dirty="0" smtClean="0"/>
              <a:t>Paladar 4</a:t>
            </a:r>
          </a:p>
          <a:p>
            <a:r>
              <a:rPr lang="pt-BR" dirty="0" smtClean="0"/>
              <a:t>Tato 7</a:t>
            </a:r>
          </a:p>
          <a:p>
            <a:r>
              <a:rPr lang="pt-BR" dirty="0" smtClean="0"/>
              <a:t>Vestibular 3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33709122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80701" y="315214"/>
            <a:ext cx="8596668" cy="742122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Freios e aceleradores do desenvolvimento: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>
          <a:xfrm>
            <a:off x="214685" y="1661823"/>
            <a:ext cx="3896141" cy="295465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b="1" dirty="0" smtClean="0"/>
              <a:t>Aceleradores:</a:t>
            </a:r>
          </a:p>
          <a:p>
            <a:r>
              <a:rPr lang="pt-BR" dirty="0" smtClean="0"/>
              <a:t>Altruísmo / Solidariedade</a:t>
            </a:r>
          </a:p>
          <a:p>
            <a:r>
              <a:rPr lang="pt-BR" dirty="0" smtClean="0"/>
              <a:t>Perdão (caridade)</a:t>
            </a:r>
          </a:p>
          <a:p>
            <a:r>
              <a:rPr lang="pt-BR" dirty="0" smtClean="0"/>
              <a:t>Responsabilidade (controle)</a:t>
            </a:r>
          </a:p>
          <a:p>
            <a:r>
              <a:rPr lang="pt-BR" dirty="0" smtClean="0"/>
              <a:t>Disciplina</a:t>
            </a:r>
          </a:p>
          <a:p>
            <a:r>
              <a:rPr lang="pt-BR" dirty="0" smtClean="0"/>
              <a:t>Auto conhecimento (vocação)</a:t>
            </a:r>
          </a:p>
          <a:p>
            <a:r>
              <a:rPr lang="pt-BR" dirty="0" smtClean="0"/>
              <a:t>Conhecimento (verdade)</a:t>
            </a:r>
          </a:p>
          <a:p>
            <a:r>
              <a:rPr lang="pt-BR" dirty="0" smtClean="0"/>
              <a:t>Expressão (arte)</a:t>
            </a:r>
          </a:p>
          <a:p>
            <a:r>
              <a:rPr lang="pt-BR" dirty="0" smtClean="0"/>
              <a:t>Objetivos/metas (sonhos atingíveis)</a:t>
            </a:r>
          </a:p>
          <a:p>
            <a:endParaRPr lang="pt-BR" dirty="0"/>
          </a:p>
        </p:txBody>
      </p:sp>
      <p:sp>
        <p:nvSpPr>
          <p:cNvPr id="4" name="CaixaDeTexto 3"/>
          <p:cNvSpPr txBox="1"/>
          <p:nvPr/>
        </p:nvSpPr>
        <p:spPr>
          <a:xfrm>
            <a:off x="4715123" y="1743611"/>
            <a:ext cx="3260035" cy="507831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lang="pt-BR" dirty="0" smtClean="0"/>
          </a:p>
          <a:p>
            <a:endParaRPr lang="pt-BR" dirty="0"/>
          </a:p>
          <a:p>
            <a:r>
              <a:rPr lang="pt-BR" dirty="0" smtClean="0"/>
              <a:t>Embotadores </a:t>
            </a:r>
          </a:p>
          <a:p>
            <a:endParaRPr lang="pt-BR" dirty="0" smtClean="0"/>
          </a:p>
          <a:p>
            <a:r>
              <a:rPr lang="pt-BR" dirty="0" smtClean="0"/>
              <a:t>Entorpecentes</a:t>
            </a:r>
          </a:p>
          <a:p>
            <a:endParaRPr lang="pt-BR" dirty="0" smtClean="0"/>
          </a:p>
          <a:p>
            <a:r>
              <a:rPr lang="pt-BR" dirty="0" err="1" smtClean="0"/>
              <a:t>Disruptivos</a:t>
            </a:r>
            <a:r>
              <a:rPr lang="pt-BR" dirty="0" smtClean="0"/>
              <a:t> (traumas)</a:t>
            </a:r>
          </a:p>
          <a:p>
            <a:endParaRPr lang="pt-BR" dirty="0" smtClean="0"/>
          </a:p>
          <a:p>
            <a:r>
              <a:rPr lang="pt-BR" dirty="0" smtClean="0"/>
              <a:t>Desviadores</a:t>
            </a:r>
          </a:p>
          <a:p>
            <a:endParaRPr lang="pt-BR" dirty="0" smtClean="0"/>
          </a:p>
          <a:p>
            <a:r>
              <a:rPr lang="pt-BR" dirty="0" smtClean="0"/>
              <a:t>Conturbadores</a:t>
            </a:r>
          </a:p>
          <a:p>
            <a:endParaRPr lang="pt-BR" dirty="0" smtClean="0"/>
          </a:p>
          <a:p>
            <a:r>
              <a:rPr lang="pt-BR" dirty="0" smtClean="0"/>
              <a:t>Físicos/orgânicos</a:t>
            </a:r>
          </a:p>
          <a:p>
            <a:endParaRPr lang="pt-BR" dirty="0" smtClean="0"/>
          </a:p>
          <a:p>
            <a:r>
              <a:rPr lang="pt-BR" dirty="0" smtClean="0"/>
              <a:t>Emocionais</a:t>
            </a:r>
          </a:p>
          <a:p>
            <a:endParaRPr lang="pt-BR" dirty="0" smtClean="0"/>
          </a:p>
          <a:p>
            <a:endParaRPr lang="pt-BR" dirty="0"/>
          </a:p>
          <a:p>
            <a:endParaRPr lang="pt-BR" dirty="0"/>
          </a:p>
        </p:txBody>
      </p:sp>
      <p:sp>
        <p:nvSpPr>
          <p:cNvPr id="5" name="CaixaDeTexto 4"/>
          <p:cNvSpPr txBox="1"/>
          <p:nvPr/>
        </p:nvSpPr>
        <p:spPr>
          <a:xfrm>
            <a:off x="8045248" y="1743611"/>
            <a:ext cx="3546283" cy="4247317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/>
              <a:t>Orgulho / Egoísmo</a:t>
            </a:r>
          </a:p>
          <a:p>
            <a:r>
              <a:rPr lang="pt-BR" dirty="0" smtClean="0"/>
              <a:t>Culpa / Remorso</a:t>
            </a:r>
          </a:p>
          <a:p>
            <a:r>
              <a:rPr lang="pt-BR" dirty="0" smtClean="0"/>
              <a:t>Ansiedade / Stress</a:t>
            </a:r>
            <a:endParaRPr lang="pt-BR" dirty="0"/>
          </a:p>
          <a:p>
            <a:r>
              <a:rPr lang="pt-BR" dirty="0" smtClean="0"/>
              <a:t>Solidão / Depressão</a:t>
            </a:r>
          </a:p>
          <a:p>
            <a:r>
              <a:rPr lang="pt-BR" dirty="0" smtClean="0"/>
              <a:t>Ideia Fixa / teimosia/ fanatismo</a:t>
            </a:r>
          </a:p>
          <a:p>
            <a:r>
              <a:rPr lang="pt-BR" dirty="0" smtClean="0"/>
              <a:t>Mágoa / rancor / Ira / ódio</a:t>
            </a:r>
          </a:p>
          <a:p>
            <a:r>
              <a:rPr lang="pt-BR" dirty="0" smtClean="0"/>
              <a:t>Fuga (Internet) /  </a:t>
            </a:r>
            <a:r>
              <a:rPr lang="pt-BR" dirty="0"/>
              <a:t>Medo</a:t>
            </a:r>
          </a:p>
          <a:p>
            <a:r>
              <a:rPr lang="pt-BR" dirty="0" smtClean="0"/>
              <a:t>Ilusão</a:t>
            </a:r>
          </a:p>
          <a:p>
            <a:endParaRPr lang="pt-BR" dirty="0" smtClean="0"/>
          </a:p>
          <a:p>
            <a:r>
              <a:rPr lang="pt-BR" dirty="0" err="1" smtClean="0"/>
              <a:t>Discalculia</a:t>
            </a:r>
            <a:endParaRPr lang="pt-BR" dirty="0"/>
          </a:p>
          <a:p>
            <a:r>
              <a:rPr lang="pt-BR" dirty="0"/>
              <a:t>Disgrafia</a:t>
            </a:r>
          </a:p>
          <a:p>
            <a:r>
              <a:rPr lang="pt-BR" dirty="0" smtClean="0"/>
              <a:t>Hiperatividade</a:t>
            </a:r>
          </a:p>
          <a:p>
            <a:r>
              <a:rPr lang="pt-BR" dirty="0" smtClean="0"/>
              <a:t>Dislexia </a:t>
            </a:r>
            <a:endParaRPr lang="pt-BR" dirty="0"/>
          </a:p>
          <a:p>
            <a:r>
              <a:rPr lang="pt-BR" dirty="0"/>
              <a:t>TDAH</a:t>
            </a:r>
          </a:p>
          <a:p>
            <a:r>
              <a:rPr lang="pt-BR" dirty="0"/>
              <a:t>Déficit </a:t>
            </a:r>
            <a:r>
              <a:rPr lang="pt-BR" dirty="0" smtClean="0"/>
              <a:t>atenção</a:t>
            </a:r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4715123" y="1234051"/>
            <a:ext cx="6876408" cy="461665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sz="2400" b="1" dirty="0"/>
              <a:t>Distúrbios e Doenças</a:t>
            </a:r>
            <a:r>
              <a:rPr lang="pt-BR" sz="2400" b="1" dirty="0" smtClean="0"/>
              <a:t>: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2542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762174" y="137909"/>
            <a:ext cx="8596668" cy="581757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Pensamento Cognitivo:</a:t>
            </a:r>
            <a:endParaRPr lang="pt-BR" dirty="0"/>
          </a:p>
        </p:txBody>
      </p:sp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3162804349"/>
              </p:ext>
            </p:extLst>
          </p:nvPr>
        </p:nvGraphicFramePr>
        <p:xfrm>
          <a:off x="1720916" y="741748"/>
          <a:ext cx="8940800" cy="582253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grpSp>
        <p:nvGrpSpPr>
          <p:cNvPr id="5" name="Grupo 4"/>
          <p:cNvGrpSpPr/>
          <p:nvPr/>
        </p:nvGrpSpPr>
        <p:grpSpPr>
          <a:xfrm>
            <a:off x="2064470" y="984122"/>
            <a:ext cx="7991828" cy="5821906"/>
            <a:chOff x="2064470" y="984122"/>
            <a:chExt cx="7991828" cy="5821906"/>
          </a:xfrm>
        </p:grpSpPr>
        <p:sp>
          <p:nvSpPr>
            <p:cNvPr id="17" name="Retângulo com Canto Aparado do Mesmo Lado 16"/>
            <p:cNvSpPr/>
            <p:nvPr/>
          </p:nvSpPr>
          <p:spPr>
            <a:xfrm>
              <a:off x="2064470" y="1630837"/>
              <a:ext cx="2290714" cy="1046375"/>
            </a:xfrm>
            <a:prstGeom prst="snip2Same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pt-BR" dirty="0" smtClean="0"/>
                <a:t>IMPRESSÃO:</a:t>
              </a:r>
            </a:p>
            <a:p>
              <a:pPr algn="ctr"/>
              <a:r>
                <a:rPr lang="pt-BR" sz="1400" dirty="0" smtClean="0"/>
                <a:t>5 sentidos</a:t>
              </a:r>
            </a:p>
            <a:p>
              <a:pPr algn="ctr"/>
              <a:r>
                <a:rPr lang="pt-BR" sz="1400" dirty="0" smtClean="0"/>
                <a:t>Inspiração</a:t>
              </a:r>
            </a:p>
            <a:p>
              <a:pPr algn="ctr"/>
              <a:r>
                <a:rPr lang="pt-BR" sz="1400" dirty="0" smtClean="0"/>
                <a:t>Intuição</a:t>
              </a:r>
              <a:endParaRPr lang="pt-BR" sz="1400" dirty="0"/>
            </a:p>
          </p:txBody>
        </p:sp>
        <p:sp>
          <p:nvSpPr>
            <p:cNvPr id="20" name="CaixaDeTexto 19"/>
            <p:cNvSpPr txBox="1"/>
            <p:nvPr/>
          </p:nvSpPr>
          <p:spPr>
            <a:xfrm>
              <a:off x="3101419" y="3174112"/>
              <a:ext cx="838986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 smtClean="0"/>
                <a:t>Assunto</a:t>
              </a:r>
              <a:endParaRPr lang="pt-BR" sz="1400" dirty="0"/>
            </a:p>
          </p:txBody>
        </p:sp>
        <p:sp>
          <p:nvSpPr>
            <p:cNvPr id="21" name="CaixaDeTexto 20"/>
            <p:cNvSpPr txBox="1"/>
            <p:nvPr/>
          </p:nvSpPr>
          <p:spPr>
            <a:xfrm>
              <a:off x="2196445" y="3642037"/>
              <a:ext cx="18099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 smtClean="0"/>
                <a:t>Experiência Anterior</a:t>
              </a:r>
              <a:endParaRPr lang="pt-BR" sz="1400" dirty="0"/>
            </a:p>
          </p:txBody>
        </p:sp>
        <p:sp>
          <p:nvSpPr>
            <p:cNvPr id="22" name="CaixaDeTexto 21"/>
            <p:cNvSpPr txBox="1"/>
            <p:nvPr/>
          </p:nvSpPr>
          <p:spPr>
            <a:xfrm>
              <a:off x="2196444" y="3910059"/>
              <a:ext cx="18099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 smtClean="0"/>
                <a:t>Modelos de Processo</a:t>
              </a:r>
              <a:endParaRPr lang="pt-BR" sz="1400" dirty="0"/>
            </a:p>
          </p:txBody>
        </p:sp>
        <p:sp>
          <p:nvSpPr>
            <p:cNvPr id="23" name="CaixaDeTexto 22"/>
            <p:cNvSpPr txBox="1"/>
            <p:nvPr/>
          </p:nvSpPr>
          <p:spPr>
            <a:xfrm>
              <a:off x="2304853" y="4368342"/>
              <a:ext cx="1809947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sz="1400" dirty="0" smtClean="0"/>
                <a:t>Rede </a:t>
              </a:r>
              <a:r>
                <a:rPr lang="pt-BR" sz="1400" dirty="0" err="1" smtClean="0"/>
                <a:t>Correlacional</a:t>
              </a:r>
              <a:endParaRPr lang="pt-BR" sz="1400" dirty="0"/>
            </a:p>
          </p:txBody>
        </p:sp>
        <p:sp>
          <p:nvSpPr>
            <p:cNvPr id="25" name="Seta dobrada 24"/>
            <p:cNvSpPr/>
            <p:nvPr/>
          </p:nvSpPr>
          <p:spPr>
            <a:xfrm rot="16200000" flipH="1">
              <a:off x="3876775" y="272505"/>
              <a:ext cx="560893" cy="2111608"/>
            </a:xfrm>
            <a:prstGeom prst="ben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26" name="Seta dobrada 25"/>
            <p:cNvSpPr/>
            <p:nvPr/>
          </p:nvSpPr>
          <p:spPr>
            <a:xfrm flipH="1">
              <a:off x="7211502" y="984122"/>
              <a:ext cx="1715682" cy="624634"/>
            </a:xfrm>
            <a:prstGeom prst="ben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27" name="Seta para a direita 26"/>
            <p:cNvSpPr/>
            <p:nvPr/>
          </p:nvSpPr>
          <p:spPr>
            <a:xfrm rot="1411739">
              <a:off x="4030087" y="2447286"/>
              <a:ext cx="447773" cy="169682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8" name="Seta para a direita 27"/>
            <p:cNvSpPr/>
            <p:nvPr/>
          </p:nvSpPr>
          <p:spPr>
            <a:xfrm>
              <a:off x="2581306" y="3280240"/>
              <a:ext cx="519309" cy="161581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9" name="Seta para a direita 28"/>
            <p:cNvSpPr/>
            <p:nvPr/>
          </p:nvSpPr>
          <p:spPr>
            <a:xfrm>
              <a:off x="3897566" y="3257047"/>
              <a:ext cx="519309" cy="161581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0" name="Seta para a direita 29"/>
            <p:cNvSpPr/>
            <p:nvPr/>
          </p:nvSpPr>
          <p:spPr>
            <a:xfrm>
              <a:off x="3922384" y="3734809"/>
              <a:ext cx="519309" cy="161581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1" name="Seta para a direita 30"/>
            <p:cNvSpPr/>
            <p:nvPr/>
          </p:nvSpPr>
          <p:spPr>
            <a:xfrm>
              <a:off x="3922384" y="3987789"/>
              <a:ext cx="519309" cy="161581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Seta para a direita 31"/>
            <p:cNvSpPr/>
            <p:nvPr/>
          </p:nvSpPr>
          <p:spPr>
            <a:xfrm>
              <a:off x="3940405" y="4447897"/>
              <a:ext cx="519309" cy="161581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3" name="Seta para a direita 32"/>
            <p:cNvSpPr/>
            <p:nvPr/>
          </p:nvSpPr>
          <p:spPr>
            <a:xfrm>
              <a:off x="2252663" y="3059724"/>
              <a:ext cx="2102521" cy="53792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Seta para a direita 33"/>
            <p:cNvSpPr/>
            <p:nvPr/>
          </p:nvSpPr>
          <p:spPr>
            <a:xfrm>
              <a:off x="2252663" y="3544672"/>
              <a:ext cx="2102521" cy="53792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Seta para a direita 34"/>
            <p:cNvSpPr/>
            <p:nvPr/>
          </p:nvSpPr>
          <p:spPr>
            <a:xfrm>
              <a:off x="2252663" y="4259411"/>
              <a:ext cx="2102521" cy="53792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Seta para a direita 35"/>
            <p:cNvSpPr/>
            <p:nvPr/>
          </p:nvSpPr>
          <p:spPr>
            <a:xfrm>
              <a:off x="2252663" y="5469165"/>
              <a:ext cx="2102521" cy="53792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7" name="Seta para a esquerda 36"/>
            <p:cNvSpPr/>
            <p:nvPr/>
          </p:nvSpPr>
          <p:spPr>
            <a:xfrm>
              <a:off x="2132271" y="5899529"/>
              <a:ext cx="3088631" cy="199489"/>
            </a:xfrm>
            <a:prstGeom prst="lef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8" name="Seta para a esquerda 37"/>
            <p:cNvSpPr/>
            <p:nvPr/>
          </p:nvSpPr>
          <p:spPr>
            <a:xfrm>
              <a:off x="6818939" y="5899529"/>
              <a:ext cx="3088631" cy="199489"/>
            </a:xfrm>
            <a:prstGeom prst="lef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9" name="Seta circular 38"/>
            <p:cNvSpPr/>
            <p:nvPr/>
          </p:nvSpPr>
          <p:spPr>
            <a:xfrm flipV="1">
              <a:off x="7394338" y="5392008"/>
              <a:ext cx="1350009" cy="1414020"/>
            </a:xfrm>
            <a:prstGeom prst="circular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40" name="Seta circular 39"/>
            <p:cNvSpPr/>
            <p:nvPr/>
          </p:nvSpPr>
          <p:spPr>
            <a:xfrm flipH="1">
              <a:off x="7366597" y="2052470"/>
              <a:ext cx="1350009" cy="1414020"/>
            </a:xfrm>
            <a:prstGeom prst="circularArrow">
              <a:avLst/>
            </a:prstGeom>
            <a:solidFill>
              <a:schemeClr val="accent4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19" name="Retângulo com Canto Aparado do Mesmo Lado 18"/>
            <p:cNvSpPr/>
            <p:nvPr/>
          </p:nvSpPr>
          <p:spPr>
            <a:xfrm>
              <a:off x="7725903" y="1641238"/>
              <a:ext cx="2330395" cy="1046375"/>
            </a:xfrm>
            <a:prstGeom prst="snip2SameRect">
              <a:avLst/>
            </a:prstGeom>
            <a:solidFill>
              <a:schemeClr val="accent1">
                <a:alpha val="68000"/>
              </a:schemeClr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t"/>
            <a:lstStyle/>
            <a:p>
              <a:pPr algn="ctr"/>
              <a:r>
                <a:rPr lang="pt-BR" dirty="0" smtClean="0"/>
                <a:t>EXPRESSÃO Motriz:</a:t>
              </a:r>
            </a:p>
            <a:p>
              <a:pPr algn="ctr"/>
              <a:r>
                <a:rPr lang="pt-BR" sz="1400" b="1" dirty="0" smtClean="0">
                  <a:solidFill>
                    <a:srgbClr val="0070C0"/>
                  </a:solidFill>
                </a:rPr>
                <a:t>Fala          manipulação</a:t>
              </a:r>
              <a:endParaRPr lang="pt-BR" sz="1400" b="1" dirty="0">
                <a:solidFill>
                  <a:srgbClr val="0070C0"/>
                </a:solidFill>
              </a:endParaRPr>
            </a:p>
            <a:p>
              <a:pPr algn="ctr"/>
              <a:r>
                <a:rPr lang="pt-BR" sz="1400" b="1" dirty="0" smtClean="0">
                  <a:solidFill>
                    <a:srgbClr val="0070C0"/>
                  </a:solidFill>
                </a:rPr>
                <a:t>Desenho             Escrita</a:t>
              </a:r>
              <a:endParaRPr lang="pt-BR" sz="1400" b="1" dirty="0">
                <a:solidFill>
                  <a:srgbClr val="0070C0"/>
                </a:solidFill>
              </a:endParaRPr>
            </a:p>
          </p:txBody>
        </p:sp>
        <p:sp>
          <p:nvSpPr>
            <p:cNvPr id="41" name="Seta circular 40"/>
            <p:cNvSpPr/>
            <p:nvPr/>
          </p:nvSpPr>
          <p:spPr>
            <a:xfrm rot="21061748" flipV="1">
              <a:off x="7393111" y="5248103"/>
              <a:ext cx="1461228" cy="586138"/>
            </a:xfrm>
            <a:prstGeom prst="circularArrow">
              <a:avLst>
                <a:gd name="adj1" fmla="val 9822"/>
                <a:gd name="adj2" fmla="val 487662"/>
                <a:gd name="adj3" fmla="val 20266108"/>
                <a:gd name="adj4" fmla="val 10335473"/>
                <a:gd name="adj5" fmla="val 2059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42" name="Seta circular 41"/>
            <p:cNvSpPr/>
            <p:nvPr/>
          </p:nvSpPr>
          <p:spPr>
            <a:xfrm rot="21061748" flipV="1">
              <a:off x="7393111" y="4538003"/>
              <a:ext cx="1461228" cy="586138"/>
            </a:xfrm>
            <a:prstGeom prst="circularArrow">
              <a:avLst>
                <a:gd name="adj1" fmla="val 9822"/>
                <a:gd name="adj2" fmla="val 487662"/>
                <a:gd name="adj3" fmla="val 20266108"/>
                <a:gd name="adj4" fmla="val 10335473"/>
                <a:gd name="adj5" fmla="val 2059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43" name="Seta circular 42"/>
            <p:cNvSpPr/>
            <p:nvPr/>
          </p:nvSpPr>
          <p:spPr>
            <a:xfrm rot="21061748" flipV="1">
              <a:off x="7393915" y="3892847"/>
              <a:ext cx="1461228" cy="586138"/>
            </a:xfrm>
            <a:prstGeom prst="circularArrow">
              <a:avLst>
                <a:gd name="adj1" fmla="val 9822"/>
                <a:gd name="adj2" fmla="val 487662"/>
                <a:gd name="adj3" fmla="val 20266108"/>
                <a:gd name="adj4" fmla="val 10335473"/>
                <a:gd name="adj5" fmla="val 2059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44" name="Seta circular 43"/>
            <p:cNvSpPr/>
            <p:nvPr/>
          </p:nvSpPr>
          <p:spPr>
            <a:xfrm rot="21061748" flipV="1">
              <a:off x="7393111" y="3264568"/>
              <a:ext cx="1461228" cy="586138"/>
            </a:xfrm>
            <a:prstGeom prst="circularArrow">
              <a:avLst>
                <a:gd name="adj1" fmla="val 9822"/>
                <a:gd name="adj2" fmla="val 487662"/>
                <a:gd name="adj3" fmla="val 20266108"/>
                <a:gd name="adj4" fmla="val 10335473"/>
                <a:gd name="adj5" fmla="val 2059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45" name="Seta circular 44"/>
            <p:cNvSpPr/>
            <p:nvPr/>
          </p:nvSpPr>
          <p:spPr>
            <a:xfrm rot="21061748" flipV="1">
              <a:off x="7402923" y="2642048"/>
              <a:ext cx="1461228" cy="586138"/>
            </a:xfrm>
            <a:prstGeom prst="circularArrow">
              <a:avLst>
                <a:gd name="adj1" fmla="val 9822"/>
                <a:gd name="adj2" fmla="val 487662"/>
                <a:gd name="adj3" fmla="val 20266108"/>
                <a:gd name="adj4" fmla="val 10335473"/>
                <a:gd name="adj5" fmla="val 20590"/>
              </a:avLst>
            </a:prstGeom>
            <a:solidFill>
              <a:schemeClr val="accent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chemeClr val="tx1"/>
                </a:solidFill>
              </a:endParaRPr>
            </a:p>
          </p:txBody>
        </p:sp>
        <p:sp>
          <p:nvSpPr>
            <p:cNvPr id="46" name="Seta para a direita 45"/>
            <p:cNvSpPr/>
            <p:nvPr/>
          </p:nvSpPr>
          <p:spPr>
            <a:xfrm rot="19866063">
              <a:off x="6678588" y="2046023"/>
              <a:ext cx="1232064" cy="288562"/>
            </a:xfrm>
            <a:prstGeom prst="rightArrow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" name="CaixaDeTexto 2"/>
            <p:cNvSpPr txBox="1"/>
            <p:nvPr/>
          </p:nvSpPr>
          <p:spPr>
            <a:xfrm>
              <a:off x="4364994" y="2093649"/>
              <a:ext cx="242203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Raciocínio / Tirocínio</a:t>
              </a:r>
              <a:endParaRPr lang="pt-BR" dirty="0"/>
            </a:p>
          </p:txBody>
        </p:sp>
      </p:grpSp>
      <p:sp>
        <p:nvSpPr>
          <p:cNvPr id="6" name="Seta para baixo 5"/>
          <p:cNvSpPr/>
          <p:nvPr/>
        </p:nvSpPr>
        <p:spPr>
          <a:xfrm>
            <a:off x="7509388" y="3174773"/>
            <a:ext cx="112298" cy="335858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7" name="Seta para baixo 46"/>
          <p:cNvSpPr/>
          <p:nvPr/>
        </p:nvSpPr>
        <p:spPr>
          <a:xfrm>
            <a:off x="7513983" y="3778331"/>
            <a:ext cx="112298" cy="335858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8" name="Seta para baixo 47"/>
          <p:cNvSpPr/>
          <p:nvPr/>
        </p:nvSpPr>
        <p:spPr>
          <a:xfrm>
            <a:off x="7511936" y="4453781"/>
            <a:ext cx="112298" cy="335858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9" name="Seta para baixo 48"/>
          <p:cNvSpPr/>
          <p:nvPr/>
        </p:nvSpPr>
        <p:spPr>
          <a:xfrm>
            <a:off x="7509388" y="5145317"/>
            <a:ext cx="112298" cy="335858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0" name="Seta para baixo 49"/>
          <p:cNvSpPr/>
          <p:nvPr/>
        </p:nvSpPr>
        <p:spPr>
          <a:xfrm flipV="1">
            <a:off x="8507758" y="3170599"/>
            <a:ext cx="112298" cy="335858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1" name="Seta para baixo 50"/>
          <p:cNvSpPr/>
          <p:nvPr/>
        </p:nvSpPr>
        <p:spPr>
          <a:xfrm flipV="1">
            <a:off x="8512556" y="3775650"/>
            <a:ext cx="112298" cy="335858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2" name="Seta para baixo 51"/>
          <p:cNvSpPr/>
          <p:nvPr/>
        </p:nvSpPr>
        <p:spPr>
          <a:xfrm flipV="1">
            <a:off x="8504290" y="4448220"/>
            <a:ext cx="112298" cy="335858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53" name="Seta para baixo 52"/>
          <p:cNvSpPr/>
          <p:nvPr/>
        </p:nvSpPr>
        <p:spPr>
          <a:xfrm flipV="1">
            <a:off x="8502633" y="5127840"/>
            <a:ext cx="112298" cy="335858"/>
          </a:xfrm>
          <a:prstGeom prst="downArrow">
            <a:avLst/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7" name="Texto explicativo em forma de nuvem 6"/>
          <p:cNvSpPr/>
          <p:nvPr/>
        </p:nvSpPr>
        <p:spPr>
          <a:xfrm>
            <a:off x="8782336" y="5944583"/>
            <a:ext cx="2178657" cy="771277"/>
          </a:xfrm>
          <a:prstGeom prst="cloudCallout">
            <a:avLst>
              <a:gd name="adj1" fmla="val -64628"/>
              <a:gd name="adj2" fmla="val -85953"/>
            </a:avLst>
          </a:prstGeom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Ressonância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8964519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3" y="609600"/>
            <a:ext cx="9116661" cy="591239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Níveis de Desenvolvimento do Pensamento</a:t>
            </a:r>
            <a:endParaRPr lang="pt-BR" dirty="0"/>
          </a:p>
        </p:txBody>
      </p:sp>
      <p:sp>
        <p:nvSpPr>
          <p:cNvPr id="15" name="Retângulo 14"/>
          <p:cNvSpPr/>
          <p:nvPr/>
        </p:nvSpPr>
        <p:spPr>
          <a:xfrm>
            <a:off x="0" y="1410159"/>
            <a:ext cx="8328752" cy="4172818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" name="CaixaDeTexto 2"/>
          <p:cNvSpPr txBox="1"/>
          <p:nvPr/>
        </p:nvSpPr>
        <p:spPr>
          <a:xfrm>
            <a:off x="0" y="1797326"/>
            <a:ext cx="2555914" cy="329320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pPr algn="r"/>
            <a:r>
              <a:rPr lang="pt-BR" dirty="0" smtClean="0">
                <a:solidFill>
                  <a:srgbClr val="002060"/>
                </a:solidFill>
              </a:rPr>
              <a:t>Reativo</a:t>
            </a:r>
          </a:p>
          <a:p>
            <a:pPr algn="r"/>
            <a:r>
              <a:rPr lang="pt-BR" dirty="0" smtClean="0">
                <a:solidFill>
                  <a:srgbClr val="002060"/>
                </a:solidFill>
              </a:rPr>
              <a:t>(Reflexo condicionado)</a:t>
            </a:r>
          </a:p>
          <a:p>
            <a:pPr algn="r"/>
            <a:endParaRPr lang="pt-BR" sz="2400" dirty="0"/>
          </a:p>
          <a:p>
            <a:pPr algn="r"/>
            <a:endParaRPr lang="pt-BR" dirty="0" smtClean="0"/>
          </a:p>
          <a:p>
            <a:pPr algn="r"/>
            <a:r>
              <a:rPr lang="pt-BR" b="1" dirty="0" smtClean="0">
                <a:solidFill>
                  <a:srgbClr val="FF0000"/>
                </a:solidFill>
              </a:rPr>
              <a:t>Raciocínio</a:t>
            </a:r>
          </a:p>
          <a:p>
            <a:pPr algn="r"/>
            <a:endParaRPr lang="pt-BR" dirty="0"/>
          </a:p>
          <a:p>
            <a:pPr algn="r"/>
            <a:endParaRPr lang="pt-BR" sz="2000" dirty="0" smtClean="0"/>
          </a:p>
          <a:p>
            <a:pPr algn="r"/>
            <a:endParaRPr lang="pt-BR" sz="2000" dirty="0"/>
          </a:p>
          <a:p>
            <a:pPr algn="r"/>
            <a:endParaRPr lang="pt-BR" dirty="0" smtClean="0"/>
          </a:p>
          <a:p>
            <a:pPr algn="r"/>
            <a:r>
              <a:rPr lang="pt-BR" dirty="0" smtClean="0">
                <a:solidFill>
                  <a:srgbClr val="7030A0"/>
                </a:solidFill>
              </a:rPr>
              <a:t>Tirocínio</a:t>
            </a:r>
          </a:p>
          <a:p>
            <a:endParaRPr lang="pt-BR" dirty="0"/>
          </a:p>
        </p:txBody>
      </p:sp>
      <p:grpSp>
        <p:nvGrpSpPr>
          <p:cNvPr id="14" name="Grupo 13"/>
          <p:cNvGrpSpPr/>
          <p:nvPr/>
        </p:nvGrpSpPr>
        <p:grpSpPr>
          <a:xfrm>
            <a:off x="2590289" y="1520326"/>
            <a:ext cx="5600961" cy="3785652"/>
            <a:chOff x="2590289" y="1520326"/>
            <a:chExt cx="5600961" cy="3785652"/>
          </a:xfrm>
        </p:grpSpPr>
        <p:sp>
          <p:nvSpPr>
            <p:cNvPr id="4" name="CaixaDeTexto 3"/>
            <p:cNvSpPr txBox="1"/>
            <p:nvPr/>
          </p:nvSpPr>
          <p:spPr>
            <a:xfrm>
              <a:off x="3810513" y="1520326"/>
              <a:ext cx="2555914" cy="378565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dirty="0" smtClean="0">
                  <a:solidFill>
                    <a:srgbClr val="002060"/>
                  </a:solidFill>
                </a:rPr>
                <a:t>Fragmentário</a:t>
              </a:r>
            </a:p>
            <a:p>
              <a:endParaRPr lang="pt-BR" sz="2400" dirty="0">
                <a:solidFill>
                  <a:srgbClr val="002060"/>
                </a:solidFill>
              </a:endParaRPr>
            </a:p>
            <a:p>
              <a:endParaRPr lang="pt-BR" dirty="0" smtClean="0">
                <a:solidFill>
                  <a:srgbClr val="002060"/>
                </a:solidFill>
              </a:endParaRPr>
            </a:p>
            <a:p>
              <a:r>
                <a:rPr lang="pt-BR" b="1" dirty="0" smtClean="0">
                  <a:solidFill>
                    <a:srgbClr val="FF0000"/>
                  </a:solidFill>
                </a:rPr>
                <a:t>Simples</a:t>
              </a:r>
            </a:p>
            <a:p>
              <a:endParaRPr lang="pt-BR" b="1" dirty="0">
                <a:solidFill>
                  <a:srgbClr val="FF0000"/>
                </a:solidFill>
              </a:endParaRPr>
            </a:p>
            <a:p>
              <a:endParaRPr lang="pt-BR" b="1" dirty="0" smtClean="0">
                <a:solidFill>
                  <a:srgbClr val="FF0000"/>
                </a:solidFill>
              </a:endParaRPr>
            </a:p>
            <a:p>
              <a:r>
                <a:rPr lang="pt-BR" b="1" dirty="0" smtClean="0">
                  <a:solidFill>
                    <a:srgbClr val="FF0000"/>
                  </a:solidFill>
                </a:rPr>
                <a:t>Complexo</a:t>
              </a:r>
            </a:p>
            <a:p>
              <a:endParaRPr lang="pt-BR" dirty="0" smtClean="0"/>
            </a:p>
            <a:p>
              <a:endParaRPr lang="pt-BR" dirty="0" smtClean="0"/>
            </a:p>
            <a:p>
              <a:r>
                <a:rPr lang="pt-BR" dirty="0" smtClean="0">
                  <a:solidFill>
                    <a:srgbClr val="7030A0"/>
                  </a:solidFill>
                </a:rPr>
                <a:t>Dinâmico</a:t>
              </a:r>
            </a:p>
            <a:p>
              <a:endParaRPr lang="pt-BR" dirty="0">
                <a:solidFill>
                  <a:srgbClr val="7030A0"/>
                </a:solidFill>
              </a:endParaRPr>
            </a:p>
            <a:p>
              <a:endParaRPr lang="pt-BR" dirty="0" smtClean="0">
                <a:solidFill>
                  <a:srgbClr val="7030A0"/>
                </a:solidFill>
              </a:endParaRPr>
            </a:p>
            <a:p>
              <a:r>
                <a:rPr lang="pt-BR" dirty="0" smtClean="0">
                  <a:solidFill>
                    <a:srgbClr val="7030A0"/>
                  </a:solidFill>
                </a:rPr>
                <a:t>Avançado</a:t>
              </a:r>
              <a:endParaRPr lang="pt-BR" sz="900" dirty="0"/>
            </a:p>
          </p:txBody>
        </p:sp>
        <p:sp>
          <p:nvSpPr>
            <p:cNvPr id="5" name="CaixaDeTexto 4"/>
            <p:cNvSpPr txBox="1"/>
            <p:nvPr/>
          </p:nvSpPr>
          <p:spPr>
            <a:xfrm>
              <a:off x="6466903" y="1520326"/>
              <a:ext cx="1724347" cy="369331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pt-BR" dirty="0" smtClean="0">
                  <a:solidFill>
                    <a:srgbClr val="002060"/>
                  </a:solidFill>
                </a:rPr>
                <a:t>Animal</a:t>
              </a:r>
            </a:p>
            <a:p>
              <a:endParaRPr lang="pt-BR" dirty="0" smtClean="0"/>
            </a:p>
            <a:p>
              <a:endParaRPr lang="pt-BR" dirty="0"/>
            </a:p>
            <a:p>
              <a:r>
                <a:rPr lang="pt-BR" b="1" dirty="0" smtClean="0">
                  <a:solidFill>
                    <a:srgbClr val="FF0000"/>
                  </a:solidFill>
                </a:rPr>
                <a:t>Mamífero</a:t>
              </a:r>
            </a:p>
            <a:p>
              <a:endParaRPr lang="pt-BR" b="1" dirty="0" smtClean="0">
                <a:solidFill>
                  <a:srgbClr val="FF0000"/>
                </a:solidFill>
              </a:endParaRPr>
            </a:p>
            <a:p>
              <a:endParaRPr lang="pt-BR" b="1" dirty="0">
                <a:solidFill>
                  <a:srgbClr val="FF0000"/>
                </a:solidFill>
              </a:endParaRPr>
            </a:p>
            <a:p>
              <a:r>
                <a:rPr lang="pt-BR" b="1" dirty="0" smtClean="0">
                  <a:solidFill>
                    <a:srgbClr val="FF0000"/>
                  </a:solidFill>
                </a:rPr>
                <a:t>Humano</a:t>
              </a:r>
            </a:p>
            <a:p>
              <a:endParaRPr lang="pt-BR" dirty="0" smtClean="0"/>
            </a:p>
            <a:p>
              <a:endParaRPr lang="pt-BR" dirty="0"/>
            </a:p>
            <a:p>
              <a:r>
                <a:rPr lang="pt-BR" dirty="0" smtClean="0">
                  <a:solidFill>
                    <a:srgbClr val="7030A0"/>
                  </a:solidFill>
                </a:rPr>
                <a:t>Empreendedor</a:t>
              </a:r>
            </a:p>
            <a:p>
              <a:r>
                <a:rPr lang="pt-BR" dirty="0" smtClean="0">
                  <a:solidFill>
                    <a:srgbClr val="7030A0"/>
                  </a:solidFill>
                </a:rPr>
                <a:t>(Liderança)</a:t>
              </a:r>
            </a:p>
            <a:p>
              <a:endParaRPr lang="pt-BR" dirty="0">
                <a:solidFill>
                  <a:srgbClr val="7030A0"/>
                </a:solidFill>
              </a:endParaRPr>
            </a:p>
            <a:p>
              <a:r>
                <a:rPr lang="pt-BR" dirty="0" smtClean="0">
                  <a:solidFill>
                    <a:srgbClr val="7030A0"/>
                  </a:solidFill>
                </a:rPr>
                <a:t>Criador</a:t>
              </a:r>
              <a:endParaRPr lang="pt-BR" dirty="0"/>
            </a:p>
          </p:txBody>
        </p:sp>
        <p:sp>
          <p:nvSpPr>
            <p:cNvPr id="6" name="Chave esquerda 5"/>
            <p:cNvSpPr/>
            <p:nvPr/>
          </p:nvSpPr>
          <p:spPr>
            <a:xfrm>
              <a:off x="2652417" y="1520328"/>
              <a:ext cx="749147" cy="1090669"/>
            </a:xfrm>
            <a:prstGeom prst="leftBrace">
              <a:avLst>
                <a:gd name="adj1" fmla="val 8333"/>
                <a:gd name="adj2" fmla="val 48990"/>
              </a:avLst>
            </a:prstGeom>
            <a:noFill/>
            <a:ln w="38100">
              <a:solidFill>
                <a:srgbClr val="00206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7" name="Chave esquerda 6"/>
            <p:cNvSpPr/>
            <p:nvPr/>
          </p:nvSpPr>
          <p:spPr>
            <a:xfrm>
              <a:off x="2590289" y="2610997"/>
              <a:ext cx="749147" cy="1090669"/>
            </a:xfrm>
            <a:prstGeom prst="leftBrace">
              <a:avLst>
                <a:gd name="adj1" fmla="val 8333"/>
                <a:gd name="adj2" fmla="val 48990"/>
              </a:avLst>
            </a:prstGeom>
            <a:noFill/>
            <a:ln w="38100">
              <a:solidFill>
                <a:srgbClr val="00B05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8" name="Chave esquerda 7"/>
            <p:cNvSpPr/>
            <p:nvPr/>
          </p:nvSpPr>
          <p:spPr>
            <a:xfrm>
              <a:off x="2599110" y="4114312"/>
              <a:ext cx="749147" cy="1090669"/>
            </a:xfrm>
            <a:prstGeom prst="leftBrace">
              <a:avLst>
                <a:gd name="adj1" fmla="val 8333"/>
                <a:gd name="adj2" fmla="val 48990"/>
              </a:avLst>
            </a:prstGeom>
            <a:noFill/>
            <a:ln w="38100">
              <a:solidFill>
                <a:srgbClr val="7030A0"/>
              </a:solidFill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9" name="Seta para a direita 8"/>
            <p:cNvSpPr/>
            <p:nvPr/>
          </p:nvSpPr>
          <p:spPr>
            <a:xfrm>
              <a:off x="5613304" y="1597446"/>
              <a:ext cx="753123" cy="199880"/>
            </a:xfrm>
            <a:prstGeom prst="rightArrow">
              <a:avLst/>
            </a:prstGeom>
            <a:ln>
              <a:solidFill>
                <a:srgbClr val="0070C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0" name="Seta para a direita 9"/>
            <p:cNvSpPr/>
            <p:nvPr/>
          </p:nvSpPr>
          <p:spPr>
            <a:xfrm>
              <a:off x="5613303" y="2434729"/>
              <a:ext cx="753123" cy="199880"/>
            </a:xfrm>
            <a:prstGeom prst="rightArrow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1" name="Seta para a direita 10"/>
            <p:cNvSpPr/>
            <p:nvPr/>
          </p:nvSpPr>
          <p:spPr>
            <a:xfrm>
              <a:off x="5610445" y="3317658"/>
              <a:ext cx="753123" cy="199880"/>
            </a:xfrm>
            <a:prstGeom prst="rightArrow">
              <a:avLst/>
            </a:prstGeom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2" name="Seta para a direita 11"/>
            <p:cNvSpPr/>
            <p:nvPr/>
          </p:nvSpPr>
          <p:spPr>
            <a:xfrm>
              <a:off x="5596571" y="4156519"/>
              <a:ext cx="753123" cy="199880"/>
            </a:xfrm>
            <a:prstGeom prst="rightArrow">
              <a:avLst/>
            </a:prstGeom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3" name="Seta para a direita 12"/>
            <p:cNvSpPr/>
            <p:nvPr/>
          </p:nvSpPr>
          <p:spPr>
            <a:xfrm>
              <a:off x="5571680" y="4893862"/>
              <a:ext cx="753123" cy="199880"/>
            </a:xfrm>
            <a:prstGeom prst="rightArrow">
              <a:avLst/>
            </a:prstGeom>
            <a:ln>
              <a:solidFill>
                <a:srgbClr val="00206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16" name="Retângulo de cantos arredondados 15"/>
          <p:cNvSpPr/>
          <p:nvPr/>
        </p:nvSpPr>
        <p:spPr>
          <a:xfrm>
            <a:off x="8371948" y="1410159"/>
            <a:ext cx="1619218" cy="4172818"/>
          </a:xfrm>
          <a:prstGeom prst="roundRect">
            <a:avLst/>
          </a:prstGeom>
          <a:solidFill>
            <a:schemeClr val="accent1"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dirty="0" smtClean="0">
                <a:solidFill>
                  <a:srgbClr val="7030A0"/>
                </a:solidFill>
              </a:rPr>
              <a:t>DISTURBIOS:</a:t>
            </a:r>
          </a:p>
          <a:p>
            <a:pPr algn="ctr"/>
            <a:endParaRPr lang="pt-BR" dirty="0" smtClean="0">
              <a:solidFill>
                <a:srgbClr val="7030A0"/>
              </a:solidFill>
            </a:endParaRPr>
          </a:p>
          <a:p>
            <a:pPr algn="ctr"/>
            <a:r>
              <a:rPr lang="pt-BR" dirty="0" smtClean="0">
                <a:solidFill>
                  <a:srgbClr val="7030A0"/>
                </a:solidFill>
              </a:rPr>
              <a:t>Dispersão</a:t>
            </a:r>
          </a:p>
          <a:p>
            <a:pPr algn="ctr"/>
            <a:endParaRPr lang="pt-BR" dirty="0" smtClean="0">
              <a:solidFill>
                <a:srgbClr val="7030A0"/>
              </a:solidFill>
            </a:endParaRPr>
          </a:p>
          <a:p>
            <a:pPr algn="ctr"/>
            <a:endParaRPr lang="pt-BR" dirty="0">
              <a:solidFill>
                <a:srgbClr val="7030A0"/>
              </a:solidFill>
            </a:endParaRPr>
          </a:p>
          <a:p>
            <a:pPr algn="ctr"/>
            <a:r>
              <a:rPr lang="pt-BR" dirty="0" smtClean="0">
                <a:solidFill>
                  <a:srgbClr val="7030A0"/>
                </a:solidFill>
              </a:rPr>
              <a:t>Distração</a:t>
            </a:r>
          </a:p>
          <a:p>
            <a:pPr algn="ctr"/>
            <a:endParaRPr lang="pt-BR" dirty="0" smtClean="0">
              <a:solidFill>
                <a:srgbClr val="7030A0"/>
              </a:solidFill>
            </a:endParaRPr>
          </a:p>
          <a:p>
            <a:pPr algn="ctr"/>
            <a:endParaRPr lang="pt-BR" dirty="0">
              <a:solidFill>
                <a:srgbClr val="7030A0"/>
              </a:solidFill>
            </a:endParaRPr>
          </a:p>
          <a:p>
            <a:pPr algn="ctr"/>
            <a:r>
              <a:rPr lang="pt-BR" sz="1400" dirty="0" smtClean="0">
                <a:solidFill>
                  <a:srgbClr val="7030A0"/>
                </a:solidFill>
              </a:rPr>
              <a:t>Fragmentação</a:t>
            </a:r>
          </a:p>
          <a:p>
            <a:pPr algn="ctr"/>
            <a:endParaRPr lang="pt-BR" dirty="0" smtClean="0">
              <a:solidFill>
                <a:srgbClr val="7030A0"/>
              </a:solidFill>
            </a:endParaRPr>
          </a:p>
          <a:p>
            <a:pPr algn="ctr"/>
            <a:endParaRPr lang="pt-BR" dirty="0">
              <a:solidFill>
                <a:srgbClr val="7030A0"/>
              </a:solidFill>
            </a:endParaRPr>
          </a:p>
          <a:p>
            <a:pPr algn="ctr"/>
            <a:r>
              <a:rPr lang="pt-BR" dirty="0" smtClean="0">
                <a:solidFill>
                  <a:srgbClr val="7030A0"/>
                </a:solidFill>
              </a:rPr>
              <a:t>Ruptura</a:t>
            </a:r>
          </a:p>
          <a:p>
            <a:pPr algn="ctr"/>
            <a:endParaRPr lang="pt-BR" dirty="0"/>
          </a:p>
        </p:txBody>
      </p:sp>
      <p:sp>
        <p:nvSpPr>
          <p:cNvPr id="17" name="Retângulo de cantos arredondados 16"/>
          <p:cNvSpPr/>
          <p:nvPr/>
        </p:nvSpPr>
        <p:spPr>
          <a:xfrm>
            <a:off x="10128684" y="1028941"/>
            <a:ext cx="1962325" cy="4977194"/>
          </a:xfrm>
          <a:prstGeom prst="roundRect">
            <a:avLst/>
          </a:prstGeom>
          <a:solidFill>
            <a:schemeClr val="accent1">
              <a:alpha val="54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pt-BR" sz="1600" b="1" dirty="0" smtClean="0">
                <a:solidFill>
                  <a:srgbClr val="7030A0"/>
                </a:solidFill>
              </a:rPr>
              <a:t>CANALIZADORES</a:t>
            </a:r>
          </a:p>
          <a:p>
            <a:pPr algn="ctr"/>
            <a:endParaRPr lang="pt-BR" b="1" dirty="0">
              <a:solidFill>
                <a:srgbClr val="7030A0"/>
              </a:solidFill>
            </a:endParaRPr>
          </a:p>
          <a:p>
            <a:pPr algn="ctr"/>
            <a:r>
              <a:rPr lang="pt-BR" b="1" dirty="0" smtClean="0">
                <a:solidFill>
                  <a:srgbClr val="7030A0"/>
                </a:solidFill>
              </a:rPr>
              <a:t>Interesse</a:t>
            </a:r>
          </a:p>
          <a:p>
            <a:pPr algn="ctr"/>
            <a:endParaRPr lang="pt-BR" b="1" dirty="0">
              <a:solidFill>
                <a:srgbClr val="7030A0"/>
              </a:solidFill>
            </a:endParaRPr>
          </a:p>
          <a:p>
            <a:pPr algn="ctr"/>
            <a:r>
              <a:rPr lang="pt-BR" b="1" dirty="0" smtClean="0">
                <a:solidFill>
                  <a:srgbClr val="7030A0"/>
                </a:solidFill>
              </a:rPr>
              <a:t>Foco</a:t>
            </a:r>
          </a:p>
          <a:p>
            <a:pPr algn="ctr"/>
            <a:endParaRPr lang="pt-BR" b="1" dirty="0">
              <a:solidFill>
                <a:srgbClr val="7030A0"/>
              </a:solidFill>
            </a:endParaRPr>
          </a:p>
          <a:p>
            <a:pPr algn="ctr"/>
            <a:r>
              <a:rPr lang="pt-BR" b="1" dirty="0" smtClean="0">
                <a:solidFill>
                  <a:srgbClr val="7030A0"/>
                </a:solidFill>
              </a:rPr>
              <a:t>Atenção</a:t>
            </a:r>
          </a:p>
          <a:p>
            <a:pPr algn="ctr"/>
            <a:endParaRPr lang="pt-BR" b="1" dirty="0">
              <a:solidFill>
                <a:srgbClr val="7030A0"/>
              </a:solidFill>
            </a:endParaRPr>
          </a:p>
          <a:p>
            <a:pPr algn="ctr"/>
            <a:r>
              <a:rPr lang="pt-BR" b="1" dirty="0" smtClean="0">
                <a:solidFill>
                  <a:srgbClr val="7030A0"/>
                </a:solidFill>
              </a:rPr>
              <a:t>Dinamismo</a:t>
            </a:r>
          </a:p>
          <a:p>
            <a:pPr algn="ctr"/>
            <a:r>
              <a:rPr lang="pt-BR" b="1" dirty="0" smtClean="0">
                <a:solidFill>
                  <a:srgbClr val="7030A0"/>
                </a:solidFill>
              </a:rPr>
              <a:t>Multifocal</a:t>
            </a:r>
          </a:p>
          <a:p>
            <a:pPr algn="ctr"/>
            <a:endParaRPr lang="pt-BR" b="1" dirty="0">
              <a:solidFill>
                <a:srgbClr val="7030A0"/>
              </a:solidFill>
            </a:endParaRPr>
          </a:p>
          <a:p>
            <a:pPr algn="ctr"/>
            <a:r>
              <a:rPr lang="pt-BR" b="1" dirty="0" smtClean="0">
                <a:solidFill>
                  <a:srgbClr val="7030A0"/>
                </a:solidFill>
              </a:rPr>
              <a:t>Sincronismo</a:t>
            </a:r>
          </a:p>
          <a:p>
            <a:pPr algn="ctr"/>
            <a:endParaRPr lang="pt-BR" b="1" dirty="0">
              <a:solidFill>
                <a:srgbClr val="7030A0"/>
              </a:solidFill>
            </a:endParaRPr>
          </a:p>
          <a:p>
            <a:pPr algn="ctr"/>
            <a:r>
              <a:rPr lang="pt-BR" b="1" dirty="0" smtClean="0">
                <a:solidFill>
                  <a:srgbClr val="7030A0"/>
                </a:solidFill>
              </a:rPr>
              <a:t>Ressonância</a:t>
            </a:r>
          </a:p>
          <a:p>
            <a:pPr algn="ctr"/>
            <a:endParaRPr lang="pt-BR" b="1" dirty="0" smtClean="0">
              <a:solidFill>
                <a:srgbClr val="7030A0"/>
              </a:solidFill>
            </a:endParaRPr>
          </a:p>
          <a:p>
            <a:pPr algn="ctr"/>
            <a:r>
              <a:rPr lang="pt-BR" b="1" dirty="0" smtClean="0">
                <a:solidFill>
                  <a:srgbClr val="7030A0"/>
                </a:solidFill>
              </a:rPr>
              <a:t>Harmônicas</a:t>
            </a:r>
            <a:endParaRPr lang="pt-BR" b="1" dirty="0">
              <a:solidFill>
                <a:srgbClr val="7030A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457929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ítulo 3"/>
          <p:cNvSpPr>
            <a:spLocks noGrp="1"/>
          </p:cNvSpPr>
          <p:nvPr>
            <p:ph type="title"/>
          </p:nvPr>
        </p:nvSpPr>
        <p:spPr>
          <a:xfrm>
            <a:off x="4172504" y="98548"/>
            <a:ext cx="4199878" cy="1293028"/>
          </a:xfrm>
        </p:spPr>
        <p:txBody>
          <a:bodyPr/>
          <a:lstStyle/>
          <a:p>
            <a:r>
              <a:rPr lang="pt-BR" dirty="0" smtClean="0"/>
              <a:t>APRENDIZAGEM</a:t>
            </a:r>
            <a:endParaRPr lang="pt-BR" dirty="0"/>
          </a:p>
        </p:txBody>
      </p:sp>
      <p:sp>
        <p:nvSpPr>
          <p:cNvPr id="10" name="CaixaDeTexto 9"/>
          <p:cNvSpPr txBox="1"/>
          <p:nvPr/>
        </p:nvSpPr>
        <p:spPr>
          <a:xfrm>
            <a:off x="8200009" y="1806599"/>
            <a:ext cx="3613212" cy="4585871"/>
          </a:xfrm>
          <a:prstGeom prst="rect">
            <a:avLst/>
          </a:prstGeom>
          <a:noFill/>
          <a:ln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FF0000"/>
                </a:solidFill>
              </a:rPr>
              <a:t>ATIVOS: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FF0000"/>
                </a:solidFill>
              </a:rPr>
              <a:t>REPETIÇÂO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FF0000"/>
                </a:solidFill>
              </a:rPr>
              <a:t>Condicionamento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endParaRPr lang="pt-BR" sz="1600" dirty="0" smtClean="0">
              <a:solidFill>
                <a:srgbClr val="FF000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FF0000"/>
                </a:solidFill>
              </a:rPr>
              <a:t>EXPERIMENTAÇÂO</a:t>
            </a:r>
          </a:p>
          <a:p>
            <a:pPr marL="1200150" lvl="2" indent="-285750"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FF0000"/>
                </a:solidFill>
              </a:rPr>
              <a:t>Tentativa e Erro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pt-BR" sz="1600" dirty="0" smtClean="0">
              <a:solidFill>
                <a:srgbClr val="FF000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FF0000"/>
                </a:solidFill>
              </a:rPr>
              <a:t>IMITAÇÂO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pt-BR" sz="1600" dirty="0" smtClean="0">
              <a:solidFill>
                <a:srgbClr val="FF000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FF0000"/>
                </a:solidFill>
              </a:rPr>
              <a:t>SIMULAÇÂO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pt-BR" sz="1600" dirty="0" smtClean="0"/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pt-BR" sz="1600" dirty="0" smtClean="0"/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pt-BR" dirty="0" smtClean="0">
                <a:solidFill>
                  <a:srgbClr val="7030A0"/>
                </a:solidFill>
              </a:rPr>
              <a:t>PASSIVOS: (tradicionais)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7030A0"/>
                </a:solidFill>
              </a:rPr>
              <a:t>CORRELAÇÂO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pt-BR" sz="1600" dirty="0" smtClean="0">
              <a:solidFill>
                <a:srgbClr val="7030A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7030A0"/>
                </a:solidFill>
              </a:rPr>
              <a:t>MEMORIZAÇÂO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endParaRPr lang="pt-BR" sz="1600" dirty="0" smtClean="0">
              <a:solidFill>
                <a:srgbClr val="7030A0"/>
              </a:solidFill>
            </a:endParaRP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pt-BR" sz="1600" dirty="0" smtClean="0">
                <a:solidFill>
                  <a:srgbClr val="7030A0"/>
                </a:solidFill>
              </a:rPr>
              <a:t>OBSERVAÇÂO</a:t>
            </a:r>
          </a:p>
        </p:txBody>
      </p:sp>
      <p:grpSp>
        <p:nvGrpSpPr>
          <p:cNvPr id="3" name="Grupo 2"/>
          <p:cNvGrpSpPr/>
          <p:nvPr/>
        </p:nvGrpSpPr>
        <p:grpSpPr>
          <a:xfrm>
            <a:off x="181993" y="1300572"/>
            <a:ext cx="10978719" cy="5674771"/>
            <a:chOff x="181993" y="1300572"/>
            <a:chExt cx="10978719" cy="5674771"/>
          </a:xfrm>
        </p:grpSpPr>
        <p:sp>
          <p:nvSpPr>
            <p:cNvPr id="5" name="Retângulo 4"/>
            <p:cNvSpPr/>
            <p:nvPr/>
          </p:nvSpPr>
          <p:spPr>
            <a:xfrm>
              <a:off x="834502" y="1300574"/>
              <a:ext cx="2308194" cy="50602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Deflagradores</a:t>
              </a:r>
              <a:endParaRPr lang="pt-BR" dirty="0"/>
            </a:p>
          </p:txBody>
        </p:sp>
        <p:sp>
          <p:nvSpPr>
            <p:cNvPr id="6" name="Retângulo 5"/>
            <p:cNvSpPr/>
            <p:nvPr/>
          </p:nvSpPr>
          <p:spPr>
            <a:xfrm>
              <a:off x="4843510" y="1300573"/>
              <a:ext cx="2308194" cy="50602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Geradores de interesse</a:t>
              </a:r>
              <a:endParaRPr lang="pt-BR" dirty="0"/>
            </a:p>
          </p:txBody>
        </p:sp>
        <p:sp>
          <p:nvSpPr>
            <p:cNvPr id="7" name="Retângulo 6"/>
            <p:cNvSpPr/>
            <p:nvPr/>
          </p:nvSpPr>
          <p:spPr>
            <a:xfrm>
              <a:off x="8852518" y="1300572"/>
              <a:ext cx="2308194" cy="506027"/>
            </a:xfrm>
            <a:prstGeom prst="rect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Métodos / Mecanismos</a:t>
              </a:r>
              <a:endParaRPr lang="pt-BR" dirty="0"/>
            </a:p>
          </p:txBody>
        </p:sp>
        <p:sp>
          <p:nvSpPr>
            <p:cNvPr id="8" name="CaixaDeTexto 7"/>
            <p:cNvSpPr txBox="1"/>
            <p:nvPr/>
          </p:nvSpPr>
          <p:spPr>
            <a:xfrm>
              <a:off x="181993" y="1806599"/>
              <a:ext cx="3613212" cy="4924425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dirty="0" smtClean="0"/>
                <a:t>Fisiológicos/ instintivos: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/>
                <a:t>Fome / sede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/>
                <a:t>Sexo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/>
                <a:t>Sono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dirty="0" smtClean="0"/>
                <a:t>Sócio - Relacionais: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/>
                <a:t>Guerra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/>
                <a:t>Cultura dos povos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dirty="0" smtClean="0"/>
                <a:t>Geológicos / Astronômicos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/>
                <a:t>Rotação (Dia/noite)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/>
                <a:t>Translação (Inverno/verão)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/>
                <a:t>Lunar (Marés)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/>
                <a:t>Solar (Eletromagnéticos)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dirty="0" smtClean="0"/>
                <a:t>Tectônicos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/>
                <a:t>Terremotos / maremotos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/>
                <a:t>Vulcões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dirty="0" smtClean="0"/>
                <a:t>Naturais / Ambientais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/>
                <a:t>Cadeia Alimentar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/>
                <a:t>Pragas / Doenças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/>
                <a:t>Recursos Naturais</a:t>
              </a:r>
              <a:endParaRPr lang="pt-BR" dirty="0"/>
            </a:p>
          </p:txBody>
        </p:sp>
        <p:sp>
          <p:nvSpPr>
            <p:cNvPr id="9" name="CaixaDeTexto 8"/>
            <p:cNvSpPr txBox="1"/>
            <p:nvPr/>
          </p:nvSpPr>
          <p:spPr>
            <a:xfrm>
              <a:off x="4172504" y="1804697"/>
              <a:ext cx="3613212" cy="5170646"/>
            </a:xfrm>
            <a:prstGeom prst="rect">
              <a:avLst/>
            </a:prstGeom>
            <a:noFill/>
            <a:ln>
              <a:solidFill>
                <a:schemeClr val="accent1"/>
              </a:solidFill>
            </a:ln>
          </p:spPr>
          <p:txBody>
            <a:bodyPr wrap="square" rtlCol="0">
              <a:spAutoFit/>
            </a:bodyPr>
            <a:lstStyle/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dirty="0" smtClean="0">
                  <a:solidFill>
                    <a:srgbClr val="00B0F0"/>
                  </a:solidFill>
                </a:rPr>
                <a:t>NECESSIDADE: (externos)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>
                  <a:solidFill>
                    <a:srgbClr val="00B0F0"/>
                  </a:solidFill>
                </a:rPr>
                <a:t>Sobrevivência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>
                  <a:solidFill>
                    <a:srgbClr val="00B0F0"/>
                  </a:solidFill>
                </a:rPr>
                <a:t>Socialização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>
                  <a:solidFill>
                    <a:srgbClr val="00B0F0"/>
                  </a:solidFill>
                </a:rPr>
                <a:t>Sono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>
                  <a:solidFill>
                    <a:srgbClr val="00B0F0"/>
                  </a:solidFill>
                </a:rPr>
                <a:t>Prosperidade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>
                  <a:solidFill>
                    <a:srgbClr val="00B0F0"/>
                  </a:solidFill>
                </a:rPr>
                <a:t>Conforto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>
                  <a:solidFill>
                    <a:srgbClr val="00B0F0"/>
                  </a:solidFill>
                </a:rPr>
                <a:t>Proteção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>
                  <a:solidFill>
                    <a:srgbClr val="00B0F0"/>
                  </a:solidFill>
                </a:rPr>
                <a:t>Segurança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>
                  <a:solidFill>
                    <a:srgbClr val="00B0F0"/>
                  </a:solidFill>
                </a:rPr>
                <a:t>Saúde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dirty="0" smtClean="0">
                  <a:solidFill>
                    <a:srgbClr val="0070C0"/>
                  </a:solidFill>
                </a:rPr>
                <a:t>COMPETIÇÂO: (interativos)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>
                  <a:solidFill>
                    <a:srgbClr val="0070C0"/>
                  </a:solidFill>
                </a:rPr>
                <a:t>Esportes / jogos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dirty="0" smtClean="0">
                  <a:solidFill>
                    <a:srgbClr val="0070C0"/>
                  </a:solidFill>
                </a:rPr>
                <a:t>DESEJO (vontade) (Internos</a:t>
              </a:r>
              <a:r>
                <a:rPr lang="pt-BR" dirty="0">
                  <a:solidFill>
                    <a:srgbClr val="0070C0"/>
                  </a:solidFill>
                </a:rPr>
                <a:t>)</a:t>
              </a:r>
              <a:endParaRPr lang="pt-BR" dirty="0" smtClean="0">
                <a:solidFill>
                  <a:srgbClr val="0070C0"/>
                </a:solidFill>
              </a:endParaRP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>
                  <a:solidFill>
                    <a:srgbClr val="0070C0"/>
                  </a:solidFill>
                </a:rPr>
                <a:t>Posse ($$$  X Conhec.)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>
                  <a:solidFill>
                    <a:srgbClr val="0070C0"/>
                  </a:solidFill>
                </a:rPr>
                <a:t>Poder 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>
                  <a:solidFill>
                    <a:srgbClr val="0070C0"/>
                  </a:solidFill>
                </a:rPr>
                <a:t>Fama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>
                  <a:solidFill>
                    <a:srgbClr val="0070C0"/>
                  </a:solidFill>
                </a:rPr>
                <a:t>CRESCER / LIBERDADE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>
                  <a:solidFill>
                    <a:srgbClr val="0070C0"/>
                  </a:solidFill>
                </a:rPr>
                <a:t>SONHOS E Ambições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dirty="0" smtClean="0">
                  <a:solidFill>
                    <a:srgbClr val="7030A0"/>
                  </a:solidFill>
                </a:rPr>
                <a:t>CURIOSIDADE (Interno)</a:t>
              </a:r>
            </a:p>
            <a:p>
              <a:pPr marL="742950" lvl="1" indent="-285750">
                <a:buFont typeface="Wingdings" panose="05000000000000000000" pitchFamily="2" charset="2"/>
                <a:buChar char="§"/>
              </a:pPr>
              <a:r>
                <a:rPr lang="pt-BR" sz="1600" dirty="0" smtClean="0">
                  <a:solidFill>
                    <a:srgbClr val="7030A0"/>
                  </a:solidFill>
                </a:rPr>
                <a:t>Novidade</a:t>
              </a:r>
            </a:p>
            <a:p>
              <a:pPr marL="285750" indent="-285750">
                <a:buFont typeface="Wingdings" panose="05000000000000000000" pitchFamily="2" charset="2"/>
                <a:buChar char="§"/>
              </a:pPr>
              <a:r>
                <a:rPr lang="pt-BR" dirty="0" smtClean="0">
                  <a:solidFill>
                    <a:schemeClr val="accent5"/>
                  </a:solidFill>
                </a:rPr>
                <a:t>VOCAÇÂO (interno)</a:t>
              </a:r>
            </a:p>
          </p:txBody>
        </p:sp>
        <p:sp>
          <p:nvSpPr>
            <p:cNvPr id="11" name="Fluxograma: Processo 10"/>
            <p:cNvSpPr/>
            <p:nvPr/>
          </p:nvSpPr>
          <p:spPr>
            <a:xfrm rot="16200000">
              <a:off x="6785133" y="2846167"/>
              <a:ext cx="2129160" cy="301103"/>
            </a:xfrm>
            <a:prstGeom prst="flowChartProcess">
              <a:avLst/>
            </a:prstGeom>
            <a:solidFill>
              <a:srgbClr val="00B0F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MOSTRAR</a:t>
              </a:r>
              <a:endParaRPr lang="pt-BR" dirty="0"/>
            </a:p>
          </p:txBody>
        </p:sp>
        <p:sp>
          <p:nvSpPr>
            <p:cNvPr id="12" name="Fluxograma: Processo 11"/>
            <p:cNvSpPr/>
            <p:nvPr/>
          </p:nvSpPr>
          <p:spPr>
            <a:xfrm rot="16200000">
              <a:off x="6974595" y="4874356"/>
              <a:ext cx="1750236" cy="301103"/>
            </a:xfrm>
            <a:prstGeom prst="flowChartProcess">
              <a:avLst/>
            </a:prstGeom>
            <a:solidFill>
              <a:srgbClr val="0070C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INCENTIVAR</a:t>
              </a:r>
              <a:endParaRPr lang="pt-BR" dirty="0"/>
            </a:p>
          </p:txBody>
        </p:sp>
        <p:sp>
          <p:nvSpPr>
            <p:cNvPr id="13" name="Fluxograma: Processo 12"/>
            <p:cNvSpPr/>
            <p:nvPr/>
          </p:nvSpPr>
          <p:spPr>
            <a:xfrm>
              <a:off x="7332777" y="6142152"/>
              <a:ext cx="1168522" cy="301103"/>
            </a:xfrm>
            <a:prstGeom prst="flowChartProcess">
              <a:avLst/>
            </a:prstGeom>
            <a:solidFill>
              <a:srgbClr val="7030A0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dirty="0" smtClean="0"/>
                <a:t>ATIÇAR</a:t>
              </a:r>
              <a:endParaRPr lang="pt-BR" dirty="0"/>
            </a:p>
          </p:txBody>
        </p:sp>
        <p:sp>
          <p:nvSpPr>
            <p:cNvPr id="14" name="Seta para a direita 13"/>
            <p:cNvSpPr/>
            <p:nvPr/>
          </p:nvSpPr>
          <p:spPr>
            <a:xfrm>
              <a:off x="3311371" y="1391576"/>
              <a:ext cx="1225118" cy="286304"/>
            </a:xfrm>
            <a:prstGeom prst="rightArrow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5" name="Seta para a direita 14"/>
            <p:cNvSpPr/>
            <p:nvPr/>
          </p:nvSpPr>
          <p:spPr>
            <a:xfrm>
              <a:off x="7332777" y="1373963"/>
              <a:ext cx="1225118" cy="286304"/>
            </a:xfrm>
            <a:prstGeom prst="rightArrow">
              <a:avLst/>
            </a:prstGeom>
          </p:spPr>
          <p:style>
            <a:lnRef idx="1">
              <a:schemeClr val="accent4"/>
            </a:lnRef>
            <a:fillRef idx="3">
              <a:schemeClr val="accent4"/>
            </a:fillRef>
            <a:effectRef idx="2">
              <a:schemeClr val="accent4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7" name="Fluxograma: Processo 16"/>
            <p:cNvSpPr/>
            <p:nvPr/>
          </p:nvSpPr>
          <p:spPr>
            <a:xfrm>
              <a:off x="7317978" y="6580472"/>
              <a:ext cx="1168522" cy="301103"/>
            </a:xfrm>
            <a:prstGeom prst="flowChartProcess">
              <a:avLst/>
            </a:prstGeom>
            <a:solidFill>
              <a:schemeClr val="accent5"/>
            </a:solidFill>
          </p:spPr>
          <p:style>
            <a:lnRef idx="2">
              <a:schemeClr val="accent6">
                <a:shade val="50000"/>
              </a:schemeClr>
            </a:lnRef>
            <a:fillRef idx="1">
              <a:schemeClr val="accent6"/>
            </a:fillRef>
            <a:effectRef idx="0">
              <a:schemeClr val="accent6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pt-BR" sz="1400" dirty="0" smtClean="0"/>
                <a:t>DESCOBRIR</a:t>
              </a:r>
              <a:endParaRPr lang="pt-BR" sz="1400" dirty="0"/>
            </a:p>
          </p:txBody>
        </p:sp>
      </p:grpSp>
      <p:sp>
        <p:nvSpPr>
          <p:cNvPr id="2" name="Raio 1"/>
          <p:cNvSpPr/>
          <p:nvPr/>
        </p:nvSpPr>
        <p:spPr>
          <a:xfrm rot="11186784">
            <a:off x="7401995" y="669511"/>
            <a:ext cx="2600708" cy="599310"/>
          </a:xfrm>
          <a:prstGeom prst="lightningBol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742125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487955" y="33451"/>
            <a:ext cx="6903307" cy="517057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Universo Espectral:</a:t>
            </a:r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9" t="11942" r="8058" b="4812"/>
          <a:stretch/>
        </p:blipFill>
        <p:spPr>
          <a:xfrm>
            <a:off x="2560283" y="3479766"/>
            <a:ext cx="4911818" cy="3498696"/>
          </a:xfrm>
          <a:prstGeom prst="rect">
            <a:avLst/>
          </a:prstGeom>
        </p:spPr>
      </p:pic>
      <p:grpSp>
        <p:nvGrpSpPr>
          <p:cNvPr id="5" name="Grupo 4"/>
          <p:cNvGrpSpPr/>
          <p:nvPr/>
        </p:nvGrpSpPr>
        <p:grpSpPr>
          <a:xfrm>
            <a:off x="3859267" y="2067338"/>
            <a:ext cx="8306223" cy="504585"/>
            <a:chOff x="3708198" y="2067338"/>
            <a:chExt cx="8306223" cy="504585"/>
          </a:xfrm>
        </p:grpSpPr>
        <p:pic>
          <p:nvPicPr>
            <p:cNvPr id="1026" name="Picture 2" descr="Resultado de imagem para espectro eletromagnético"/>
            <p:cNvPicPr>
              <a:picLocks noChangeAspect="1" noChangeArrowheads="1"/>
            </p:cNvPicPr>
            <p:nvPr/>
          </p:nvPicPr>
          <p:blipFill rotWithShape="1"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 l="15768" t="56878" r="1640" b="32843"/>
            <a:stretch/>
          </p:blipFill>
          <p:spPr bwMode="auto">
            <a:xfrm>
              <a:off x="3708198" y="2067338"/>
              <a:ext cx="8306223" cy="504585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sp>
          <p:nvSpPr>
            <p:cNvPr id="4" name="CaixaDeTexto 3"/>
            <p:cNvSpPr txBox="1"/>
            <p:nvPr/>
          </p:nvSpPr>
          <p:spPr>
            <a:xfrm>
              <a:off x="3708198" y="2134964"/>
              <a:ext cx="4725606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dirty="0" smtClean="0"/>
                <a:t>---------------------- Visível ----------------------</a:t>
              </a:r>
              <a:endParaRPr lang="pt-BR" dirty="0"/>
            </a:p>
          </p:txBody>
        </p:sp>
        <p:sp>
          <p:nvSpPr>
            <p:cNvPr id="6" name="CaixaDeTexto 5"/>
            <p:cNvSpPr txBox="1"/>
            <p:nvPr/>
          </p:nvSpPr>
          <p:spPr>
            <a:xfrm>
              <a:off x="8489463" y="2134964"/>
              <a:ext cx="3524958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pt-BR" dirty="0" smtClean="0"/>
                <a:t>UV        RX          RG           RC</a:t>
              </a:r>
              <a:endParaRPr lang="pt-BR" dirty="0"/>
            </a:p>
          </p:txBody>
        </p:sp>
      </p:grpSp>
      <p:sp>
        <p:nvSpPr>
          <p:cNvPr id="7" name="Retângulo 6"/>
          <p:cNvSpPr/>
          <p:nvPr/>
        </p:nvSpPr>
        <p:spPr>
          <a:xfrm>
            <a:off x="107950" y="2167013"/>
            <a:ext cx="3807879" cy="305233"/>
          </a:xfrm>
          <a:prstGeom prst="rect">
            <a:avLst/>
          </a:prstGeom>
          <a:gradFill flip="none" rotWithShape="1"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5">
                  <a:lumMod val="20000"/>
                  <a:lumOff val="80000"/>
                </a:schemeClr>
              </a:gs>
              <a:gs pos="83000">
                <a:schemeClr val="accent5">
                  <a:lumMod val="40000"/>
                  <a:lumOff val="60000"/>
                </a:schemeClr>
              </a:gs>
              <a:gs pos="100000">
                <a:schemeClr val="accent5">
                  <a:lumMod val="60000"/>
                  <a:lumOff val="40000"/>
                </a:schemeClr>
              </a:gs>
            </a:gsLst>
            <a:lin ang="0" scaled="1"/>
            <a:tileRect/>
          </a:gra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r"/>
            <a:r>
              <a:rPr lang="pt-BR" sz="1400" kern="600" dirty="0" err="1" smtClean="0">
                <a:solidFill>
                  <a:schemeClr val="tx1"/>
                </a:solidFill>
              </a:rPr>
              <a:t>ISom</a:t>
            </a:r>
            <a:r>
              <a:rPr lang="pt-BR" sz="1400" kern="600" dirty="0" smtClean="0">
                <a:solidFill>
                  <a:schemeClr val="tx1"/>
                </a:solidFill>
              </a:rPr>
              <a:t>   Som    </a:t>
            </a:r>
            <a:r>
              <a:rPr lang="pt-BR" sz="1400" kern="600" dirty="0" err="1" smtClean="0">
                <a:solidFill>
                  <a:schemeClr val="tx1"/>
                </a:solidFill>
              </a:rPr>
              <a:t>Usom</a:t>
            </a:r>
            <a:r>
              <a:rPr lang="pt-BR" sz="1400" kern="600" dirty="0" smtClean="0">
                <a:solidFill>
                  <a:schemeClr val="tx1"/>
                </a:solidFill>
              </a:rPr>
              <a:t> AM OC TV FM Radar µO IV</a:t>
            </a:r>
            <a:endParaRPr lang="pt-BR" sz="1400" kern="600" dirty="0">
              <a:solidFill>
                <a:schemeClr val="tx1"/>
              </a:solidFill>
            </a:endParaRPr>
          </a:p>
        </p:txBody>
      </p:sp>
      <p:pic>
        <p:nvPicPr>
          <p:cNvPr id="1028" name="Picture 4" descr="espectros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932367" y="2916496"/>
            <a:ext cx="3233123" cy="394150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" name="Chave esquerda 9"/>
          <p:cNvSpPr/>
          <p:nvPr/>
        </p:nvSpPr>
        <p:spPr>
          <a:xfrm rot="16200000">
            <a:off x="6079233" y="440186"/>
            <a:ext cx="285671" cy="4525370"/>
          </a:xfrm>
          <a:prstGeom prst="leftBrace">
            <a:avLst>
              <a:gd name="adj1" fmla="val 42611"/>
              <a:gd name="adj2" fmla="val 50413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 rot="16200000">
            <a:off x="5599899" y="2731830"/>
            <a:ext cx="124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Visão</a:t>
            </a:r>
            <a:endParaRPr lang="pt-BR" dirty="0"/>
          </a:p>
        </p:txBody>
      </p:sp>
      <p:sp>
        <p:nvSpPr>
          <p:cNvPr id="14" name="CaixaDeTexto 13"/>
          <p:cNvSpPr txBox="1"/>
          <p:nvPr/>
        </p:nvSpPr>
        <p:spPr>
          <a:xfrm rot="16200000">
            <a:off x="7962700" y="2641596"/>
            <a:ext cx="124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Paladar?</a:t>
            </a:r>
            <a:endParaRPr lang="pt-BR" dirty="0"/>
          </a:p>
        </p:txBody>
      </p:sp>
      <p:sp>
        <p:nvSpPr>
          <p:cNvPr id="15" name="CaixaDeTexto 14"/>
          <p:cNvSpPr txBox="1"/>
          <p:nvPr/>
        </p:nvSpPr>
        <p:spPr>
          <a:xfrm rot="16200000">
            <a:off x="8210083" y="2626218"/>
            <a:ext cx="124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Olfato?</a:t>
            </a:r>
            <a:endParaRPr lang="pt-BR" dirty="0"/>
          </a:p>
        </p:txBody>
      </p:sp>
      <p:sp>
        <p:nvSpPr>
          <p:cNvPr id="16" name="CaixaDeTexto 15"/>
          <p:cNvSpPr txBox="1"/>
          <p:nvPr/>
        </p:nvSpPr>
        <p:spPr>
          <a:xfrm rot="16200000">
            <a:off x="246966" y="2909749"/>
            <a:ext cx="124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Audição</a:t>
            </a:r>
            <a:endParaRPr lang="pt-BR" dirty="0"/>
          </a:p>
        </p:txBody>
      </p:sp>
      <p:sp>
        <p:nvSpPr>
          <p:cNvPr id="17" name="Chave esquerda 16"/>
          <p:cNvSpPr/>
          <p:nvPr/>
        </p:nvSpPr>
        <p:spPr>
          <a:xfrm rot="16200000">
            <a:off x="760294" y="2415836"/>
            <a:ext cx="285671" cy="461015"/>
          </a:xfrm>
          <a:prstGeom prst="leftBrace">
            <a:avLst>
              <a:gd name="adj1" fmla="val 42611"/>
              <a:gd name="adj2" fmla="val 50413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/>
          <p:cNvSpPr txBox="1"/>
          <p:nvPr/>
        </p:nvSpPr>
        <p:spPr>
          <a:xfrm rot="16200000">
            <a:off x="-378586" y="3013351"/>
            <a:ext cx="1756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Propriocepção</a:t>
            </a:r>
            <a:endParaRPr lang="pt-BR" dirty="0"/>
          </a:p>
        </p:txBody>
      </p:sp>
      <p:sp>
        <p:nvSpPr>
          <p:cNvPr id="19" name="CaixaDeTexto 18"/>
          <p:cNvSpPr txBox="1"/>
          <p:nvPr/>
        </p:nvSpPr>
        <p:spPr>
          <a:xfrm rot="16200000">
            <a:off x="-318880" y="2318842"/>
            <a:ext cx="124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Tato</a:t>
            </a:r>
            <a:endParaRPr lang="pt-BR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1971588" y="2547555"/>
            <a:ext cx="18865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/>
              <a:t>T Fourier</a:t>
            </a:r>
          </a:p>
          <a:p>
            <a:r>
              <a:rPr lang="pt-BR" sz="1400" dirty="0" smtClean="0"/>
              <a:t>(espaço)</a:t>
            </a:r>
          </a:p>
          <a:p>
            <a:r>
              <a:rPr lang="pt-BR" sz="1400" dirty="0" smtClean="0"/>
              <a:t>T </a:t>
            </a:r>
            <a:r>
              <a:rPr lang="pt-BR" sz="1400" dirty="0" err="1" smtClean="0"/>
              <a:t>Wavelet</a:t>
            </a:r>
            <a:endParaRPr lang="pt-BR" sz="1400" dirty="0" smtClean="0"/>
          </a:p>
          <a:p>
            <a:r>
              <a:rPr lang="pt-BR" sz="1400" dirty="0" smtClean="0"/>
              <a:t>(espaço/</a:t>
            </a:r>
            <a:r>
              <a:rPr lang="pt-BR" sz="1400" b="1" dirty="0" smtClean="0">
                <a:solidFill>
                  <a:srgbClr val="FF0000"/>
                </a:solidFill>
              </a:rPr>
              <a:t>tempo</a:t>
            </a:r>
            <a:r>
              <a:rPr lang="pt-BR" sz="1400" dirty="0" smtClean="0"/>
              <a:t>)</a:t>
            </a:r>
            <a:endParaRPr lang="pt-BR" sz="1400" dirty="0"/>
          </a:p>
        </p:txBody>
      </p:sp>
      <p:cxnSp>
        <p:nvCxnSpPr>
          <p:cNvPr id="20" name="Conector de seta reta 19"/>
          <p:cNvCxnSpPr>
            <a:stCxn id="11" idx="1"/>
          </p:cNvCxnSpPr>
          <p:nvPr/>
        </p:nvCxnSpPr>
        <p:spPr>
          <a:xfrm>
            <a:off x="6222068" y="3538665"/>
            <a:ext cx="301280" cy="134858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/>
          <p:nvPr/>
        </p:nvCxnSpPr>
        <p:spPr>
          <a:xfrm flipH="1">
            <a:off x="4715586" y="3264881"/>
            <a:ext cx="3769168" cy="128994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stCxn id="15" idx="1"/>
          </p:cNvCxnSpPr>
          <p:nvPr/>
        </p:nvCxnSpPr>
        <p:spPr>
          <a:xfrm flipH="1">
            <a:off x="4052099" y="3433053"/>
            <a:ext cx="4780153" cy="145419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>
            <a:off x="910391" y="3656800"/>
            <a:ext cx="4315463" cy="83035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/>
          <p:nvPr/>
        </p:nvCxnSpPr>
        <p:spPr>
          <a:xfrm flipV="1">
            <a:off x="530204" y="3865816"/>
            <a:ext cx="4597977" cy="15600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Forma livre 27"/>
          <p:cNvSpPr/>
          <p:nvPr/>
        </p:nvSpPr>
        <p:spPr>
          <a:xfrm>
            <a:off x="207390" y="1128237"/>
            <a:ext cx="9700181" cy="911199"/>
          </a:xfrm>
          <a:custGeom>
            <a:avLst/>
            <a:gdLst>
              <a:gd name="connsiteX0" fmla="*/ 0 w 9700181"/>
              <a:gd name="connsiteY0" fmla="*/ 540307 h 911199"/>
              <a:gd name="connsiteX1" fmla="*/ 47134 w 9700181"/>
              <a:gd name="connsiteY1" fmla="*/ 512027 h 911199"/>
              <a:gd name="connsiteX2" fmla="*/ 84841 w 9700181"/>
              <a:gd name="connsiteY2" fmla="*/ 493173 h 911199"/>
              <a:gd name="connsiteX3" fmla="*/ 197963 w 9700181"/>
              <a:gd name="connsiteY3" fmla="*/ 436612 h 911199"/>
              <a:gd name="connsiteX4" fmla="*/ 226243 w 9700181"/>
              <a:gd name="connsiteY4" fmla="*/ 427186 h 911199"/>
              <a:gd name="connsiteX5" fmla="*/ 367645 w 9700181"/>
              <a:gd name="connsiteY5" fmla="*/ 417759 h 911199"/>
              <a:gd name="connsiteX6" fmla="*/ 452486 w 9700181"/>
              <a:gd name="connsiteY6" fmla="*/ 417759 h 911199"/>
              <a:gd name="connsiteX7" fmla="*/ 471340 w 9700181"/>
              <a:gd name="connsiteY7" fmla="*/ 446039 h 911199"/>
              <a:gd name="connsiteX8" fmla="*/ 527901 w 9700181"/>
              <a:gd name="connsiteY8" fmla="*/ 483747 h 911199"/>
              <a:gd name="connsiteX9" fmla="*/ 593888 w 9700181"/>
              <a:gd name="connsiteY9" fmla="*/ 464893 h 911199"/>
              <a:gd name="connsiteX10" fmla="*/ 622169 w 9700181"/>
              <a:gd name="connsiteY10" fmla="*/ 446039 h 911199"/>
              <a:gd name="connsiteX11" fmla="*/ 650449 w 9700181"/>
              <a:gd name="connsiteY11" fmla="*/ 436612 h 911199"/>
              <a:gd name="connsiteX12" fmla="*/ 678730 w 9700181"/>
              <a:gd name="connsiteY12" fmla="*/ 455466 h 911199"/>
              <a:gd name="connsiteX13" fmla="*/ 735290 w 9700181"/>
              <a:gd name="connsiteY13" fmla="*/ 502600 h 911199"/>
              <a:gd name="connsiteX14" fmla="*/ 763571 w 9700181"/>
              <a:gd name="connsiteY14" fmla="*/ 512027 h 911199"/>
              <a:gd name="connsiteX15" fmla="*/ 848412 w 9700181"/>
              <a:gd name="connsiteY15" fmla="*/ 540307 h 911199"/>
              <a:gd name="connsiteX16" fmla="*/ 970961 w 9700181"/>
              <a:gd name="connsiteY16" fmla="*/ 521454 h 911199"/>
              <a:gd name="connsiteX17" fmla="*/ 1027521 w 9700181"/>
              <a:gd name="connsiteY17" fmla="*/ 493173 h 911199"/>
              <a:gd name="connsiteX18" fmla="*/ 1244338 w 9700181"/>
              <a:gd name="connsiteY18" fmla="*/ 483747 h 911199"/>
              <a:gd name="connsiteX19" fmla="*/ 1640264 w 9700181"/>
              <a:gd name="connsiteY19" fmla="*/ 483747 h 911199"/>
              <a:gd name="connsiteX20" fmla="*/ 1706251 w 9700181"/>
              <a:gd name="connsiteY20" fmla="*/ 530881 h 911199"/>
              <a:gd name="connsiteX21" fmla="*/ 1847653 w 9700181"/>
              <a:gd name="connsiteY21" fmla="*/ 540307 h 911199"/>
              <a:gd name="connsiteX22" fmla="*/ 1923068 w 9700181"/>
              <a:gd name="connsiteY22" fmla="*/ 549734 h 911199"/>
              <a:gd name="connsiteX23" fmla="*/ 1989055 w 9700181"/>
              <a:gd name="connsiteY23" fmla="*/ 559161 h 911199"/>
              <a:gd name="connsiteX24" fmla="*/ 2017336 w 9700181"/>
              <a:gd name="connsiteY24" fmla="*/ 568588 h 911199"/>
              <a:gd name="connsiteX25" fmla="*/ 2187018 w 9700181"/>
              <a:gd name="connsiteY25" fmla="*/ 540307 h 911199"/>
              <a:gd name="connsiteX26" fmla="*/ 2224725 w 9700181"/>
              <a:gd name="connsiteY26" fmla="*/ 530881 h 911199"/>
              <a:gd name="connsiteX27" fmla="*/ 2281286 w 9700181"/>
              <a:gd name="connsiteY27" fmla="*/ 512027 h 911199"/>
              <a:gd name="connsiteX28" fmla="*/ 2309567 w 9700181"/>
              <a:gd name="connsiteY28" fmla="*/ 502600 h 911199"/>
              <a:gd name="connsiteX29" fmla="*/ 2337847 w 9700181"/>
              <a:gd name="connsiteY29" fmla="*/ 521454 h 911199"/>
              <a:gd name="connsiteX30" fmla="*/ 2394408 w 9700181"/>
              <a:gd name="connsiteY30" fmla="*/ 540307 h 911199"/>
              <a:gd name="connsiteX31" fmla="*/ 2422688 w 9700181"/>
              <a:gd name="connsiteY31" fmla="*/ 559161 h 911199"/>
              <a:gd name="connsiteX32" fmla="*/ 2545237 w 9700181"/>
              <a:gd name="connsiteY32" fmla="*/ 530881 h 911199"/>
              <a:gd name="connsiteX33" fmla="*/ 2573517 w 9700181"/>
              <a:gd name="connsiteY33" fmla="*/ 521454 h 911199"/>
              <a:gd name="connsiteX34" fmla="*/ 2658358 w 9700181"/>
              <a:gd name="connsiteY34" fmla="*/ 512027 h 911199"/>
              <a:gd name="connsiteX35" fmla="*/ 2809187 w 9700181"/>
              <a:gd name="connsiteY35" fmla="*/ 521454 h 911199"/>
              <a:gd name="connsiteX36" fmla="*/ 2846895 w 9700181"/>
              <a:gd name="connsiteY36" fmla="*/ 530881 h 911199"/>
              <a:gd name="connsiteX37" fmla="*/ 2931736 w 9700181"/>
              <a:gd name="connsiteY37" fmla="*/ 521454 h 911199"/>
              <a:gd name="connsiteX38" fmla="*/ 3026004 w 9700181"/>
              <a:gd name="connsiteY38" fmla="*/ 530881 h 911199"/>
              <a:gd name="connsiteX39" fmla="*/ 3101418 w 9700181"/>
              <a:gd name="connsiteY39" fmla="*/ 549734 h 911199"/>
              <a:gd name="connsiteX40" fmla="*/ 3223967 w 9700181"/>
              <a:gd name="connsiteY40" fmla="*/ 502600 h 911199"/>
              <a:gd name="connsiteX41" fmla="*/ 3233394 w 9700181"/>
              <a:gd name="connsiteY41" fmla="*/ 474320 h 911199"/>
              <a:gd name="connsiteX42" fmla="*/ 3252247 w 9700181"/>
              <a:gd name="connsiteY42" fmla="*/ 342344 h 911199"/>
              <a:gd name="connsiteX43" fmla="*/ 3261674 w 9700181"/>
              <a:gd name="connsiteY43" fmla="*/ 314064 h 911199"/>
              <a:gd name="connsiteX44" fmla="*/ 3280528 w 9700181"/>
              <a:gd name="connsiteY44" fmla="*/ 238650 h 911199"/>
              <a:gd name="connsiteX45" fmla="*/ 3289954 w 9700181"/>
              <a:gd name="connsiteY45" fmla="*/ 210369 h 911199"/>
              <a:gd name="connsiteX46" fmla="*/ 3299381 w 9700181"/>
              <a:gd name="connsiteY46" fmla="*/ 172662 h 911199"/>
              <a:gd name="connsiteX47" fmla="*/ 3318235 w 9700181"/>
              <a:gd name="connsiteY47" fmla="*/ 144382 h 911199"/>
              <a:gd name="connsiteX48" fmla="*/ 3337088 w 9700181"/>
              <a:gd name="connsiteY48" fmla="*/ 87821 h 911199"/>
              <a:gd name="connsiteX49" fmla="*/ 3327662 w 9700181"/>
              <a:gd name="connsiteY49" fmla="*/ 116101 h 911199"/>
              <a:gd name="connsiteX50" fmla="*/ 3318235 w 9700181"/>
              <a:gd name="connsiteY50" fmla="*/ 144382 h 911199"/>
              <a:gd name="connsiteX51" fmla="*/ 3299381 w 9700181"/>
              <a:gd name="connsiteY51" fmla="*/ 219796 h 911199"/>
              <a:gd name="connsiteX52" fmla="*/ 3252247 w 9700181"/>
              <a:gd name="connsiteY52" fmla="*/ 285784 h 911199"/>
              <a:gd name="connsiteX53" fmla="*/ 3242820 w 9700181"/>
              <a:gd name="connsiteY53" fmla="*/ 389478 h 911199"/>
              <a:gd name="connsiteX54" fmla="*/ 3252247 w 9700181"/>
              <a:gd name="connsiteY54" fmla="*/ 351771 h 911199"/>
              <a:gd name="connsiteX55" fmla="*/ 3261674 w 9700181"/>
              <a:gd name="connsiteY55" fmla="*/ 304637 h 911199"/>
              <a:gd name="connsiteX56" fmla="*/ 3299381 w 9700181"/>
              <a:gd name="connsiteY56" fmla="*/ 210369 h 911199"/>
              <a:gd name="connsiteX57" fmla="*/ 3318235 w 9700181"/>
              <a:gd name="connsiteY57" fmla="*/ 182089 h 911199"/>
              <a:gd name="connsiteX58" fmla="*/ 3346515 w 9700181"/>
              <a:gd name="connsiteY58" fmla="*/ 163235 h 911199"/>
              <a:gd name="connsiteX59" fmla="*/ 3355942 w 9700181"/>
              <a:gd name="connsiteY59" fmla="*/ 200942 h 911199"/>
              <a:gd name="connsiteX60" fmla="*/ 3346515 w 9700181"/>
              <a:gd name="connsiteY60" fmla="*/ 323491 h 911199"/>
              <a:gd name="connsiteX61" fmla="*/ 3337088 w 9700181"/>
              <a:gd name="connsiteY61" fmla="*/ 351771 h 911199"/>
              <a:gd name="connsiteX62" fmla="*/ 3327662 w 9700181"/>
              <a:gd name="connsiteY62" fmla="*/ 389478 h 911199"/>
              <a:gd name="connsiteX63" fmla="*/ 3308808 w 9700181"/>
              <a:gd name="connsiteY63" fmla="*/ 540307 h 911199"/>
              <a:gd name="connsiteX64" fmla="*/ 3299381 w 9700181"/>
              <a:gd name="connsiteY64" fmla="*/ 568588 h 911199"/>
              <a:gd name="connsiteX65" fmla="*/ 3299381 w 9700181"/>
              <a:gd name="connsiteY65" fmla="*/ 823111 h 911199"/>
              <a:gd name="connsiteX66" fmla="*/ 3308808 w 9700181"/>
              <a:gd name="connsiteY66" fmla="*/ 794831 h 911199"/>
              <a:gd name="connsiteX67" fmla="*/ 3327662 w 9700181"/>
              <a:gd name="connsiteY67" fmla="*/ 757124 h 911199"/>
              <a:gd name="connsiteX68" fmla="*/ 3337088 w 9700181"/>
              <a:gd name="connsiteY68" fmla="*/ 691136 h 911199"/>
              <a:gd name="connsiteX69" fmla="*/ 3346515 w 9700181"/>
              <a:gd name="connsiteY69" fmla="*/ 653429 h 911199"/>
              <a:gd name="connsiteX70" fmla="*/ 3355942 w 9700181"/>
              <a:gd name="connsiteY70" fmla="*/ 587441 h 911199"/>
              <a:gd name="connsiteX71" fmla="*/ 3384222 w 9700181"/>
              <a:gd name="connsiteY71" fmla="*/ 596868 h 911199"/>
              <a:gd name="connsiteX72" fmla="*/ 3412503 w 9700181"/>
              <a:gd name="connsiteY72" fmla="*/ 615722 h 911199"/>
              <a:gd name="connsiteX73" fmla="*/ 3431356 w 9700181"/>
              <a:gd name="connsiteY73" fmla="*/ 587441 h 911199"/>
              <a:gd name="connsiteX74" fmla="*/ 3459637 w 9700181"/>
              <a:gd name="connsiteY74" fmla="*/ 530881 h 911199"/>
              <a:gd name="connsiteX75" fmla="*/ 3469064 w 9700181"/>
              <a:gd name="connsiteY75" fmla="*/ 464893 h 911199"/>
              <a:gd name="connsiteX76" fmla="*/ 3487917 w 9700181"/>
              <a:gd name="connsiteY76" fmla="*/ 314064 h 911199"/>
              <a:gd name="connsiteX77" fmla="*/ 3506771 w 9700181"/>
              <a:gd name="connsiteY77" fmla="*/ 257503 h 911199"/>
              <a:gd name="connsiteX78" fmla="*/ 3516198 w 9700181"/>
              <a:gd name="connsiteY78" fmla="*/ 229223 h 911199"/>
              <a:gd name="connsiteX79" fmla="*/ 3525624 w 9700181"/>
              <a:gd name="connsiteY79" fmla="*/ 860819 h 911199"/>
              <a:gd name="connsiteX80" fmla="*/ 3516198 w 9700181"/>
              <a:gd name="connsiteY80" fmla="*/ 813685 h 911199"/>
              <a:gd name="connsiteX81" fmla="*/ 3525624 w 9700181"/>
              <a:gd name="connsiteY81" fmla="*/ 719417 h 911199"/>
              <a:gd name="connsiteX82" fmla="*/ 3535051 w 9700181"/>
              <a:gd name="connsiteY82" fmla="*/ 691136 h 911199"/>
              <a:gd name="connsiteX83" fmla="*/ 3572758 w 9700181"/>
              <a:gd name="connsiteY83" fmla="*/ 568588 h 911199"/>
              <a:gd name="connsiteX84" fmla="*/ 3591612 w 9700181"/>
              <a:gd name="connsiteY84" fmla="*/ 512027 h 911199"/>
              <a:gd name="connsiteX85" fmla="*/ 3601039 w 9700181"/>
              <a:gd name="connsiteY85" fmla="*/ 483747 h 911199"/>
              <a:gd name="connsiteX86" fmla="*/ 3723587 w 9700181"/>
              <a:gd name="connsiteY86" fmla="*/ 474320 h 911199"/>
              <a:gd name="connsiteX87" fmla="*/ 3751868 w 9700181"/>
              <a:gd name="connsiteY87" fmla="*/ 464893 h 911199"/>
              <a:gd name="connsiteX88" fmla="*/ 3817855 w 9700181"/>
              <a:gd name="connsiteY88" fmla="*/ 455466 h 911199"/>
              <a:gd name="connsiteX89" fmla="*/ 3846136 w 9700181"/>
              <a:gd name="connsiteY89" fmla="*/ 436612 h 911199"/>
              <a:gd name="connsiteX90" fmla="*/ 3864989 w 9700181"/>
              <a:gd name="connsiteY90" fmla="*/ 408332 h 911199"/>
              <a:gd name="connsiteX91" fmla="*/ 3902697 w 9700181"/>
              <a:gd name="connsiteY91" fmla="*/ 427186 h 911199"/>
              <a:gd name="connsiteX92" fmla="*/ 3959257 w 9700181"/>
              <a:gd name="connsiteY92" fmla="*/ 464893 h 911199"/>
              <a:gd name="connsiteX93" fmla="*/ 4194928 w 9700181"/>
              <a:gd name="connsiteY93" fmla="*/ 474320 h 911199"/>
              <a:gd name="connsiteX94" fmla="*/ 4260915 w 9700181"/>
              <a:gd name="connsiteY94" fmla="*/ 483747 h 911199"/>
              <a:gd name="connsiteX95" fmla="*/ 4289196 w 9700181"/>
              <a:gd name="connsiteY95" fmla="*/ 493173 h 911199"/>
              <a:gd name="connsiteX96" fmla="*/ 4392890 w 9700181"/>
              <a:gd name="connsiteY96" fmla="*/ 483747 h 911199"/>
              <a:gd name="connsiteX97" fmla="*/ 4515439 w 9700181"/>
              <a:gd name="connsiteY97" fmla="*/ 483747 h 911199"/>
              <a:gd name="connsiteX98" fmla="*/ 4543719 w 9700181"/>
              <a:gd name="connsiteY98" fmla="*/ 502600 h 911199"/>
              <a:gd name="connsiteX99" fmla="*/ 4769963 w 9700181"/>
              <a:gd name="connsiteY99" fmla="*/ 502600 h 911199"/>
              <a:gd name="connsiteX100" fmla="*/ 4835950 w 9700181"/>
              <a:gd name="connsiteY100" fmla="*/ 493173 h 911199"/>
              <a:gd name="connsiteX101" fmla="*/ 5203596 w 9700181"/>
              <a:gd name="connsiteY101" fmla="*/ 512027 h 911199"/>
              <a:gd name="connsiteX102" fmla="*/ 5297864 w 9700181"/>
              <a:gd name="connsiteY102" fmla="*/ 540307 h 911199"/>
              <a:gd name="connsiteX103" fmla="*/ 5580668 w 9700181"/>
              <a:gd name="connsiteY103" fmla="*/ 530881 h 911199"/>
              <a:gd name="connsiteX104" fmla="*/ 5816338 w 9700181"/>
              <a:gd name="connsiteY104" fmla="*/ 521454 h 911199"/>
              <a:gd name="connsiteX105" fmla="*/ 6287678 w 9700181"/>
              <a:gd name="connsiteY105" fmla="*/ 540307 h 911199"/>
              <a:gd name="connsiteX106" fmla="*/ 6815579 w 9700181"/>
              <a:gd name="connsiteY106" fmla="*/ 530881 h 911199"/>
              <a:gd name="connsiteX107" fmla="*/ 6928701 w 9700181"/>
              <a:gd name="connsiteY107" fmla="*/ 540307 h 911199"/>
              <a:gd name="connsiteX108" fmla="*/ 7004115 w 9700181"/>
              <a:gd name="connsiteY108" fmla="*/ 568588 h 911199"/>
              <a:gd name="connsiteX109" fmla="*/ 7041822 w 9700181"/>
              <a:gd name="connsiteY109" fmla="*/ 578015 h 911199"/>
              <a:gd name="connsiteX110" fmla="*/ 7202078 w 9700181"/>
              <a:gd name="connsiteY110" fmla="*/ 568588 h 911199"/>
              <a:gd name="connsiteX111" fmla="*/ 7230358 w 9700181"/>
              <a:gd name="connsiteY111" fmla="*/ 549734 h 911199"/>
              <a:gd name="connsiteX112" fmla="*/ 7296346 w 9700181"/>
              <a:gd name="connsiteY112" fmla="*/ 540307 h 911199"/>
              <a:gd name="connsiteX113" fmla="*/ 7522589 w 9700181"/>
              <a:gd name="connsiteY113" fmla="*/ 530881 h 911199"/>
              <a:gd name="connsiteX114" fmla="*/ 7739406 w 9700181"/>
              <a:gd name="connsiteY114" fmla="*/ 530881 h 911199"/>
              <a:gd name="connsiteX115" fmla="*/ 7748833 w 9700181"/>
              <a:gd name="connsiteY115" fmla="*/ 502600 h 911199"/>
              <a:gd name="connsiteX116" fmla="*/ 7758259 w 9700181"/>
              <a:gd name="connsiteY116" fmla="*/ 427186 h 911199"/>
              <a:gd name="connsiteX117" fmla="*/ 7777113 w 9700181"/>
              <a:gd name="connsiteY117" fmla="*/ 342344 h 911199"/>
              <a:gd name="connsiteX118" fmla="*/ 7795967 w 9700181"/>
              <a:gd name="connsiteY118" fmla="*/ 285784 h 911199"/>
              <a:gd name="connsiteX119" fmla="*/ 7786540 w 9700181"/>
              <a:gd name="connsiteY119" fmla="*/ 474320 h 911199"/>
              <a:gd name="connsiteX120" fmla="*/ 7814820 w 9700181"/>
              <a:gd name="connsiteY120" fmla="*/ 493173 h 911199"/>
              <a:gd name="connsiteX121" fmla="*/ 7843101 w 9700181"/>
              <a:gd name="connsiteY121" fmla="*/ 483747 h 911199"/>
              <a:gd name="connsiteX122" fmla="*/ 7861954 w 9700181"/>
              <a:gd name="connsiteY122" fmla="*/ 408332 h 911199"/>
              <a:gd name="connsiteX123" fmla="*/ 7871381 w 9700181"/>
              <a:gd name="connsiteY123" fmla="*/ 380052 h 911199"/>
              <a:gd name="connsiteX124" fmla="*/ 7880808 w 9700181"/>
              <a:gd name="connsiteY124" fmla="*/ 323491 h 911199"/>
              <a:gd name="connsiteX125" fmla="*/ 7890235 w 9700181"/>
              <a:gd name="connsiteY125" fmla="*/ 276357 h 911199"/>
              <a:gd name="connsiteX126" fmla="*/ 7899662 w 9700181"/>
              <a:gd name="connsiteY126" fmla="*/ 210369 h 911199"/>
              <a:gd name="connsiteX127" fmla="*/ 7909088 w 9700181"/>
              <a:gd name="connsiteY127" fmla="*/ 182089 h 911199"/>
              <a:gd name="connsiteX128" fmla="*/ 7946796 w 9700181"/>
              <a:gd name="connsiteY128" fmla="*/ 125528 h 911199"/>
              <a:gd name="connsiteX129" fmla="*/ 7956222 w 9700181"/>
              <a:gd name="connsiteY129" fmla="*/ 97248 h 911199"/>
              <a:gd name="connsiteX130" fmla="*/ 7927942 w 9700181"/>
              <a:gd name="connsiteY130" fmla="*/ 40687 h 911199"/>
              <a:gd name="connsiteX131" fmla="*/ 7909088 w 9700181"/>
              <a:gd name="connsiteY131" fmla="*/ 2979 h 911199"/>
              <a:gd name="connsiteX132" fmla="*/ 7927942 w 9700181"/>
              <a:gd name="connsiteY132" fmla="*/ 50114 h 911199"/>
              <a:gd name="connsiteX133" fmla="*/ 7946796 w 9700181"/>
              <a:gd name="connsiteY133" fmla="*/ 464893 h 911199"/>
              <a:gd name="connsiteX134" fmla="*/ 7956222 w 9700181"/>
              <a:gd name="connsiteY134" fmla="*/ 493173 h 911199"/>
              <a:gd name="connsiteX135" fmla="*/ 7946796 w 9700181"/>
              <a:gd name="connsiteY135" fmla="*/ 644002 h 911199"/>
              <a:gd name="connsiteX136" fmla="*/ 7956222 w 9700181"/>
              <a:gd name="connsiteY136" fmla="*/ 907953 h 911199"/>
              <a:gd name="connsiteX137" fmla="*/ 7965649 w 9700181"/>
              <a:gd name="connsiteY137" fmla="*/ 860819 h 911199"/>
              <a:gd name="connsiteX138" fmla="*/ 7975076 w 9700181"/>
              <a:gd name="connsiteY138" fmla="*/ 785404 h 911199"/>
              <a:gd name="connsiteX139" fmla="*/ 8012783 w 9700181"/>
              <a:gd name="connsiteY139" fmla="*/ 549734 h 911199"/>
              <a:gd name="connsiteX140" fmla="*/ 8022210 w 9700181"/>
              <a:gd name="connsiteY140" fmla="*/ 521454 h 911199"/>
              <a:gd name="connsiteX141" fmla="*/ 8031637 w 9700181"/>
              <a:gd name="connsiteY141" fmla="*/ 493173 h 911199"/>
              <a:gd name="connsiteX142" fmla="*/ 8059917 w 9700181"/>
              <a:gd name="connsiteY142" fmla="*/ 474320 h 911199"/>
              <a:gd name="connsiteX143" fmla="*/ 8286161 w 9700181"/>
              <a:gd name="connsiteY143" fmla="*/ 474320 h 911199"/>
              <a:gd name="connsiteX144" fmla="*/ 8314441 w 9700181"/>
              <a:gd name="connsiteY144" fmla="*/ 464893 h 911199"/>
              <a:gd name="connsiteX145" fmla="*/ 8371002 w 9700181"/>
              <a:gd name="connsiteY145" fmla="*/ 436612 h 911199"/>
              <a:gd name="connsiteX146" fmla="*/ 8766928 w 9700181"/>
              <a:gd name="connsiteY146" fmla="*/ 427186 h 911199"/>
              <a:gd name="connsiteX147" fmla="*/ 9577633 w 9700181"/>
              <a:gd name="connsiteY147" fmla="*/ 446039 h 911199"/>
              <a:gd name="connsiteX148" fmla="*/ 9615340 w 9700181"/>
              <a:gd name="connsiteY148" fmla="*/ 455466 h 911199"/>
              <a:gd name="connsiteX149" fmla="*/ 9700181 w 9700181"/>
              <a:gd name="connsiteY149" fmla="*/ 464893 h 9111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</a:cxnLst>
            <a:rect l="l" t="t" r="r" b="b"/>
            <a:pathLst>
              <a:path w="9700181" h="911199">
                <a:moveTo>
                  <a:pt x="0" y="540307"/>
                </a:moveTo>
                <a:cubicBezTo>
                  <a:pt x="15711" y="530880"/>
                  <a:pt x="31117" y="520925"/>
                  <a:pt x="47134" y="512027"/>
                </a:cubicBezTo>
                <a:cubicBezTo>
                  <a:pt x="59418" y="505202"/>
                  <a:pt x="72791" y="500403"/>
                  <a:pt x="84841" y="493173"/>
                </a:cubicBezTo>
                <a:cubicBezTo>
                  <a:pt x="176206" y="438354"/>
                  <a:pt x="103883" y="467972"/>
                  <a:pt x="197963" y="436612"/>
                </a:cubicBezTo>
                <a:cubicBezTo>
                  <a:pt x="207390" y="433470"/>
                  <a:pt x="216328" y="427847"/>
                  <a:pt x="226243" y="427186"/>
                </a:cubicBezTo>
                <a:lnTo>
                  <a:pt x="367645" y="417759"/>
                </a:lnTo>
                <a:cubicBezTo>
                  <a:pt x="434954" y="395322"/>
                  <a:pt x="407670" y="387881"/>
                  <a:pt x="452486" y="417759"/>
                </a:cubicBezTo>
                <a:cubicBezTo>
                  <a:pt x="458771" y="427186"/>
                  <a:pt x="462814" y="438578"/>
                  <a:pt x="471340" y="446039"/>
                </a:cubicBezTo>
                <a:cubicBezTo>
                  <a:pt x="488393" y="460960"/>
                  <a:pt x="527901" y="483747"/>
                  <a:pt x="527901" y="483747"/>
                </a:cubicBezTo>
                <a:cubicBezTo>
                  <a:pt x="549897" y="477462"/>
                  <a:pt x="572648" y="473389"/>
                  <a:pt x="593888" y="464893"/>
                </a:cubicBezTo>
                <a:cubicBezTo>
                  <a:pt x="604407" y="460685"/>
                  <a:pt x="612035" y="451106"/>
                  <a:pt x="622169" y="446039"/>
                </a:cubicBezTo>
                <a:cubicBezTo>
                  <a:pt x="631057" y="441595"/>
                  <a:pt x="641022" y="439754"/>
                  <a:pt x="650449" y="436612"/>
                </a:cubicBezTo>
                <a:cubicBezTo>
                  <a:pt x="659876" y="442897"/>
                  <a:pt x="670026" y="448213"/>
                  <a:pt x="678730" y="455466"/>
                </a:cubicBezTo>
                <a:cubicBezTo>
                  <a:pt x="710004" y="481528"/>
                  <a:pt x="700181" y="485046"/>
                  <a:pt x="735290" y="502600"/>
                </a:cubicBezTo>
                <a:cubicBezTo>
                  <a:pt x="744178" y="507044"/>
                  <a:pt x="754438" y="508113"/>
                  <a:pt x="763571" y="512027"/>
                </a:cubicBezTo>
                <a:cubicBezTo>
                  <a:pt x="831871" y="541299"/>
                  <a:pt x="768957" y="524417"/>
                  <a:pt x="848412" y="540307"/>
                </a:cubicBezTo>
                <a:cubicBezTo>
                  <a:pt x="865446" y="538414"/>
                  <a:pt x="942386" y="533701"/>
                  <a:pt x="970961" y="521454"/>
                </a:cubicBezTo>
                <a:cubicBezTo>
                  <a:pt x="999807" y="509091"/>
                  <a:pt x="995247" y="495656"/>
                  <a:pt x="1027521" y="493173"/>
                </a:cubicBezTo>
                <a:cubicBezTo>
                  <a:pt x="1099649" y="487625"/>
                  <a:pt x="1172066" y="486889"/>
                  <a:pt x="1244338" y="483747"/>
                </a:cubicBezTo>
                <a:cubicBezTo>
                  <a:pt x="1397804" y="461823"/>
                  <a:pt x="1394282" y="458518"/>
                  <a:pt x="1640264" y="483747"/>
                </a:cubicBezTo>
                <a:cubicBezTo>
                  <a:pt x="1661969" y="485973"/>
                  <a:pt x="1682974" y="527001"/>
                  <a:pt x="1706251" y="530881"/>
                </a:cubicBezTo>
                <a:cubicBezTo>
                  <a:pt x="1752847" y="538647"/>
                  <a:pt x="1800519" y="537165"/>
                  <a:pt x="1847653" y="540307"/>
                </a:cubicBezTo>
                <a:cubicBezTo>
                  <a:pt x="1924794" y="578877"/>
                  <a:pt x="1846057" y="549734"/>
                  <a:pt x="1923068" y="549734"/>
                </a:cubicBezTo>
                <a:cubicBezTo>
                  <a:pt x="1945287" y="549734"/>
                  <a:pt x="1967059" y="556019"/>
                  <a:pt x="1989055" y="559161"/>
                </a:cubicBezTo>
                <a:cubicBezTo>
                  <a:pt x="1998482" y="562303"/>
                  <a:pt x="2007399" y="568588"/>
                  <a:pt x="2017336" y="568588"/>
                </a:cubicBezTo>
                <a:cubicBezTo>
                  <a:pt x="2108837" y="568588"/>
                  <a:pt x="2110712" y="561118"/>
                  <a:pt x="2187018" y="540307"/>
                </a:cubicBezTo>
                <a:cubicBezTo>
                  <a:pt x="2199517" y="536898"/>
                  <a:pt x="2212316" y="534604"/>
                  <a:pt x="2224725" y="530881"/>
                </a:cubicBezTo>
                <a:cubicBezTo>
                  <a:pt x="2243760" y="525170"/>
                  <a:pt x="2262432" y="518312"/>
                  <a:pt x="2281286" y="512027"/>
                </a:cubicBezTo>
                <a:lnTo>
                  <a:pt x="2309567" y="502600"/>
                </a:lnTo>
                <a:cubicBezTo>
                  <a:pt x="2318994" y="508885"/>
                  <a:pt x="2327494" y="516853"/>
                  <a:pt x="2337847" y="521454"/>
                </a:cubicBezTo>
                <a:cubicBezTo>
                  <a:pt x="2356008" y="529525"/>
                  <a:pt x="2394408" y="540307"/>
                  <a:pt x="2394408" y="540307"/>
                </a:cubicBezTo>
                <a:cubicBezTo>
                  <a:pt x="2403835" y="546592"/>
                  <a:pt x="2411415" y="558034"/>
                  <a:pt x="2422688" y="559161"/>
                </a:cubicBezTo>
                <a:cubicBezTo>
                  <a:pt x="2460339" y="562926"/>
                  <a:pt x="2510539" y="542447"/>
                  <a:pt x="2545237" y="530881"/>
                </a:cubicBezTo>
                <a:cubicBezTo>
                  <a:pt x="2554664" y="527739"/>
                  <a:pt x="2563641" y="522551"/>
                  <a:pt x="2573517" y="521454"/>
                </a:cubicBezTo>
                <a:lnTo>
                  <a:pt x="2658358" y="512027"/>
                </a:lnTo>
                <a:cubicBezTo>
                  <a:pt x="2708634" y="515169"/>
                  <a:pt x="2759063" y="516441"/>
                  <a:pt x="2809187" y="521454"/>
                </a:cubicBezTo>
                <a:cubicBezTo>
                  <a:pt x="2822079" y="522743"/>
                  <a:pt x="2833939" y="530881"/>
                  <a:pt x="2846895" y="530881"/>
                </a:cubicBezTo>
                <a:cubicBezTo>
                  <a:pt x="2875349" y="530881"/>
                  <a:pt x="2903456" y="524596"/>
                  <a:pt x="2931736" y="521454"/>
                </a:cubicBezTo>
                <a:cubicBezTo>
                  <a:pt x="2963159" y="524596"/>
                  <a:pt x="2994854" y="525689"/>
                  <a:pt x="3026004" y="530881"/>
                </a:cubicBezTo>
                <a:cubicBezTo>
                  <a:pt x="3051563" y="535141"/>
                  <a:pt x="3101418" y="549734"/>
                  <a:pt x="3101418" y="549734"/>
                </a:cubicBezTo>
                <a:cubicBezTo>
                  <a:pt x="3187348" y="541141"/>
                  <a:pt x="3188664" y="564378"/>
                  <a:pt x="3223967" y="502600"/>
                </a:cubicBezTo>
                <a:cubicBezTo>
                  <a:pt x="3228897" y="493973"/>
                  <a:pt x="3230252" y="483747"/>
                  <a:pt x="3233394" y="474320"/>
                </a:cubicBezTo>
                <a:cubicBezTo>
                  <a:pt x="3237472" y="441696"/>
                  <a:pt x="3244479" y="377300"/>
                  <a:pt x="3252247" y="342344"/>
                </a:cubicBezTo>
                <a:cubicBezTo>
                  <a:pt x="3254403" y="332644"/>
                  <a:pt x="3259059" y="323650"/>
                  <a:pt x="3261674" y="314064"/>
                </a:cubicBezTo>
                <a:cubicBezTo>
                  <a:pt x="3268492" y="289065"/>
                  <a:pt x="3272335" y="263232"/>
                  <a:pt x="3280528" y="238650"/>
                </a:cubicBezTo>
                <a:cubicBezTo>
                  <a:pt x="3283670" y="229223"/>
                  <a:pt x="3287224" y="219924"/>
                  <a:pt x="3289954" y="210369"/>
                </a:cubicBezTo>
                <a:cubicBezTo>
                  <a:pt x="3293513" y="197912"/>
                  <a:pt x="3294277" y="184570"/>
                  <a:pt x="3299381" y="172662"/>
                </a:cubicBezTo>
                <a:cubicBezTo>
                  <a:pt x="3303844" y="162249"/>
                  <a:pt x="3311950" y="153809"/>
                  <a:pt x="3318235" y="144382"/>
                </a:cubicBezTo>
                <a:lnTo>
                  <a:pt x="3337088" y="87821"/>
                </a:lnTo>
                <a:lnTo>
                  <a:pt x="3327662" y="116101"/>
                </a:lnTo>
                <a:cubicBezTo>
                  <a:pt x="3324520" y="125528"/>
                  <a:pt x="3320645" y="134742"/>
                  <a:pt x="3318235" y="144382"/>
                </a:cubicBezTo>
                <a:cubicBezTo>
                  <a:pt x="3311950" y="169520"/>
                  <a:pt x="3317703" y="201474"/>
                  <a:pt x="3299381" y="219796"/>
                </a:cubicBezTo>
                <a:cubicBezTo>
                  <a:pt x="3261164" y="258013"/>
                  <a:pt x="3277063" y="236152"/>
                  <a:pt x="3252247" y="285784"/>
                </a:cubicBezTo>
                <a:cubicBezTo>
                  <a:pt x="3249105" y="320349"/>
                  <a:pt x="3242820" y="354771"/>
                  <a:pt x="3242820" y="389478"/>
                </a:cubicBezTo>
                <a:cubicBezTo>
                  <a:pt x="3242820" y="402434"/>
                  <a:pt x="3249436" y="364418"/>
                  <a:pt x="3252247" y="351771"/>
                </a:cubicBezTo>
                <a:cubicBezTo>
                  <a:pt x="3255723" y="336130"/>
                  <a:pt x="3257458" y="320095"/>
                  <a:pt x="3261674" y="304637"/>
                </a:cubicBezTo>
                <a:cubicBezTo>
                  <a:pt x="3271750" y="267694"/>
                  <a:pt x="3280990" y="242553"/>
                  <a:pt x="3299381" y="210369"/>
                </a:cubicBezTo>
                <a:cubicBezTo>
                  <a:pt x="3305002" y="200532"/>
                  <a:pt x="3310224" y="190100"/>
                  <a:pt x="3318235" y="182089"/>
                </a:cubicBezTo>
                <a:cubicBezTo>
                  <a:pt x="3326246" y="174078"/>
                  <a:pt x="3337088" y="169520"/>
                  <a:pt x="3346515" y="163235"/>
                </a:cubicBezTo>
                <a:cubicBezTo>
                  <a:pt x="3349657" y="175804"/>
                  <a:pt x="3355942" y="187986"/>
                  <a:pt x="3355942" y="200942"/>
                </a:cubicBezTo>
                <a:cubicBezTo>
                  <a:pt x="3355942" y="241912"/>
                  <a:pt x="3351597" y="282837"/>
                  <a:pt x="3346515" y="323491"/>
                </a:cubicBezTo>
                <a:cubicBezTo>
                  <a:pt x="3345282" y="333351"/>
                  <a:pt x="3339818" y="342217"/>
                  <a:pt x="3337088" y="351771"/>
                </a:cubicBezTo>
                <a:cubicBezTo>
                  <a:pt x="3333529" y="364228"/>
                  <a:pt x="3330804" y="376909"/>
                  <a:pt x="3327662" y="389478"/>
                </a:cubicBezTo>
                <a:cubicBezTo>
                  <a:pt x="3322920" y="436897"/>
                  <a:pt x="3319440" y="492463"/>
                  <a:pt x="3308808" y="540307"/>
                </a:cubicBezTo>
                <a:cubicBezTo>
                  <a:pt x="3306652" y="550007"/>
                  <a:pt x="3302523" y="559161"/>
                  <a:pt x="3299381" y="568588"/>
                </a:cubicBezTo>
                <a:cubicBezTo>
                  <a:pt x="3283815" y="677544"/>
                  <a:pt x="3281027" y="667104"/>
                  <a:pt x="3299381" y="823111"/>
                </a:cubicBezTo>
                <a:cubicBezTo>
                  <a:pt x="3300542" y="832980"/>
                  <a:pt x="3304894" y="803964"/>
                  <a:pt x="3308808" y="794831"/>
                </a:cubicBezTo>
                <a:cubicBezTo>
                  <a:pt x="3314344" y="781915"/>
                  <a:pt x="3321377" y="769693"/>
                  <a:pt x="3327662" y="757124"/>
                </a:cubicBezTo>
                <a:cubicBezTo>
                  <a:pt x="3330804" y="735128"/>
                  <a:pt x="3333113" y="712997"/>
                  <a:pt x="3337088" y="691136"/>
                </a:cubicBezTo>
                <a:cubicBezTo>
                  <a:pt x="3339406" y="678389"/>
                  <a:pt x="3344197" y="666176"/>
                  <a:pt x="3346515" y="653429"/>
                </a:cubicBezTo>
                <a:cubicBezTo>
                  <a:pt x="3350490" y="631568"/>
                  <a:pt x="3352800" y="609437"/>
                  <a:pt x="3355942" y="587441"/>
                </a:cubicBezTo>
                <a:cubicBezTo>
                  <a:pt x="3365369" y="590583"/>
                  <a:pt x="3375334" y="592424"/>
                  <a:pt x="3384222" y="596868"/>
                </a:cubicBezTo>
                <a:cubicBezTo>
                  <a:pt x="3394356" y="601935"/>
                  <a:pt x="3401393" y="617944"/>
                  <a:pt x="3412503" y="615722"/>
                </a:cubicBezTo>
                <a:cubicBezTo>
                  <a:pt x="3423613" y="613500"/>
                  <a:pt x="3426289" y="597575"/>
                  <a:pt x="3431356" y="587441"/>
                </a:cubicBezTo>
                <a:cubicBezTo>
                  <a:pt x="3470377" y="509397"/>
                  <a:pt x="3405613" y="611914"/>
                  <a:pt x="3459637" y="530881"/>
                </a:cubicBezTo>
                <a:cubicBezTo>
                  <a:pt x="3462779" y="508885"/>
                  <a:pt x="3466610" y="486976"/>
                  <a:pt x="3469064" y="464893"/>
                </a:cubicBezTo>
                <a:cubicBezTo>
                  <a:pt x="3475230" y="409400"/>
                  <a:pt x="3473858" y="365613"/>
                  <a:pt x="3487917" y="314064"/>
                </a:cubicBezTo>
                <a:cubicBezTo>
                  <a:pt x="3493146" y="294891"/>
                  <a:pt x="3500486" y="276357"/>
                  <a:pt x="3506771" y="257503"/>
                </a:cubicBezTo>
                <a:lnTo>
                  <a:pt x="3516198" y="229223"/>
                </a:lnTo>
                <a:cubicBezTo>
                  <a:pt x="3519340" y="439755"/>
                  <a:pt x="3525624" y="650264"/>
                  <a:pt x="3525624" y="860819"/>
                </a:cubicBezTo>
                <a:cubicBezTo>
                  <a:pt x="3525624" y="876841"/>
                  <a:pt x="3516198" y="829707"/>
                  <a:pt x="3516198" y="813685"/>
                </a:cubicBezTo>
                <a:cubicBezTo>
                  <a:pt x="3516198" y="782106"/>
                  <a:pt x="3520822" y="750629"/>
                  <a:pt x="3525624" y="719417"/>
                </a:cubicBezTo>
                <a:cubicBezTo>
                  <a:pt x="3527135" y="709596"/>
                  <a:pt x="3532321" y="700691"/>
                  <a:pt x="3535051" y="691136"/>
                </a:cubicBezTo>
                <a:cubicBezTo>
                  <a:pt x="3568366" y="574535"/>
                  <a:pt x="3502053" y="780704"/>
                  <a:pt x="3572758" y="568588"/>
                </a:cubicBezTo>
                <a:lnTo>
                  <a:pt x="3591612" y="512027"/>
                </a:lnTo>
                <a:cubicBezTo>
                  <a:pt x="3594754" y="502600"/>
                  <a:pt x="3591132" y="484509"/>
                  <a:pt x="3601039" y="483747"/>
                </a:cubicBezTo>
                <a:lnTo>
                  <a:pt x="3723587" y="474320"/>
                </a:lnTo>
                <a:cubicBezTo>
                  <a:pt x="3733014" y="471178"/>
                  <a:pt x="3742124" y="466842"/>
                  <a:pt x="3751868" y="464893"/>
                </a:cubicBezTo>
                <a:cubicBezTo>
                  <a:pt x="3773655" y="460535"/>
                  <a:pt x="3796573" y="461851"/>
                  <a:pt x="3817855" y="455466"/>
                </a:cubicBezTo>
                <a:cubicBezTo>
                  <a:pt x="3828707" y="452210"/>
                  <a:pt x="3836709" y="442897"/>
                  <a:pt x="3846136" y="436612"/>
                </a:cubicBezTo>
                <a:cubicBezTo>
                  <a:pt x="3852420" y="427185"/>
                  <a:pt x="3853814" y="410194"/>
                  <a:pt x="3864989" y="408332"/>
                </a:cubicBezTo>
                <a:cubicBezTo>
                  <a:pt x="3878851" y="406022"/>
                  <a:pt x="3891262" y="419018"/>
                  <a:pt x="3902697" y="427186"/>
                </a:cubicBezTo>
                <a:cubicBezTo>
                  <a:pt x="3931324" y="447634"/>
                  <a:pt x="3923308" y="462325"/>
                  <a:pt x="3959257" y="464893"/>
                </a:cubicBezTo>
                <a:cubicBezTo>
                  <a:pt x="4037677" y="470495"/>
                  <a:pt x="4116371" y="471178"/>
                  <a:pt x="4194928" y="474320"/>
                </a:cubicBezTo>
                <a:cubicBezTo>
                  <a:pt x="4216924" y="477462"/>
                  <a:pt x="4239127" y="479390"/>
                  <a:pt x="4260915" y="483747"/>
                </a:cubicBezTo>
                <a:cubicBezTo>
                  <a:pt x="4270659" y="485696"/>
                  <a:pt x="4279259" y="493173"/>
                  <a:pt x="4289196" y="493173"/>
                </a:cubicBezTo>
                <a:cubicBezTo>
                  <a:pt x="4323903" y="493173"/>
                  <a:pt x="4358325" y="486889"/>
                  <a:pt x="4392890" y="483747"/>
                </a:cubicBezTo>
                <a:cubicBezTo>
                  <a:pt x="4471153" y="457659"/>
                  <a:pt x="4430342" y="459433"/>
                  <a:pt x="4515439" y="483747"/>
                </a:cubicBezTo>
                <a:cubicBezTo>
                  <a:pt x="4524866" y="490031"/>
                  <a:pt x="4533111" y="498622"/>
                  <a:pt x="4543719" y="502600"/>
                </a:cubicBezTo>
                <a:cubicBezTo>
                  <a:pt x="4606200" y="526030"/>
                  <a:pt x="4736340" y="504370"/>
                  <a:pt x="4769963" y="502600"/>
                </a:cubicBezTo>
                <a:cubicBezTo>
                  <a:pt x="4791959" y="499458"/>
                  <a:pt x="4813731" y="493173"/>
                  <a:pt x="4835950" y="493173"/>
                </a:cubicBezTo>
                <a:cubicBezTo>
                  <a:pt x="5017265" y="493173"/>
                  <a:pt x="5058474" y="498834"/>
                  <a:pt x="5203596" y="512027"/>
                </a:cubicBezTo>
                <a:cubicBezTo>
                  <a:pt x="5272447" y="534978"/>
                  <a:pt x="5240876" y="526062"/>
                  <a:pt x="5297864" y="540307"/>
                </a:cubicBezTo>
                <a:lnTo>
                  <a:pt x="5580668" y="530881"/>
                </a:lnTo>
                <a:cubicBezTo>
                  <a:pt x="5659236" y="528024"/>
                  <a:pt x="5737719" y="521454"/>
                  <a:pt x="5816338" y="521454"/>
                </a:cubicBezTo>
                <a:cubicBezTo>
                  <a:pt x="5931545" y="521454"/>
                  <a:pt x="6158703" y="533859"/>
                  <a:pt x="6287678" y="540307"/>
                </a:cubicBezTo>
                <a:lnTo>
                  <a:pt x="6815579" y="530881"/>
                </a:lnTo>
                <a:cubicBezTo>
                  <a:pt x="6853417" y="530881"/>
                  <a:pt x="6891598" y="532886"/>
                  <a:pt x="6928701" y="540307"/>
                </a:cubicBezTo>
                <a:cubicBezTo>
                  <a:pt x="6955027" y="545572"/>
                  <a:pt x="6978645" y="560098"/>
                  <a:pt x="7004115" y="568588"/>
                </a:cubicBezTo>
                <a:cubicBezTo>
                  <a:pt x="7016406" y="572685"/>
                  <a:pt x="7029253" y="574873"/>
                  <a:pt x="7041822" y="578015"/>
                </a:cubicBezTo>
                <a:cubicBezTo>
                  <a:pt x="7095241" y="574873"/>
                  <a:pt x="7149159" y="576526"/>
                  <a:pt x="7202078" y="568588"/>
                </a:cubicBezTo>
                <a:cubicBezTo>
                  <a:pt x="7213282" y="566907"/>
                  <a:pt x="7219506" y="552990"/>
                  <a:pt x="7230358" y="549734"/>
                </a:cubicBezTo>
                <a:cubicBezTo>
                  <a:pt x="7251640" y="543349"/>
                  <a:pt x="7274350" y="543449"/>
                  <a:pt x="7296346" y="540307"/>
                </a:cubicBezTo>
                <a:cubicBezTo>
                  <a:pt x="7406648" y="503541"/>
                  <a:pt x="7333064" y="520352"/>
                  <a:pt x="7522589" y="530881"/>
                </a:cubicBezTo>
                <a:cubicBezTo>
                  <a:pt x="7604667" y="551398"/>
                  <a:pt x="7610257" y="556711"/>
                  <a:pt x="7739406" y="530881"/>
                </a:cubicBezTo>
                <a:cubicBezTo>
                  <a:pt x="7749150" y="528932"/>
                  <a:pt x="7745691" y="512027"/>
                  <a:pt x="7748833" y="502600"/>
                </a:cubicBezTo>
                <a:cubicBezTo>
                  <a:pt x="7751975" y="477462"/>
                  <a:pt x="7754407" y="452225"/>
                  <a:pt x="7758259" y="427186"/>
                </a:cubicBezTo>
                <a:cubicBezTo>
                  <a:pt x="7761091" y="408777"/>
                  <a:pt x="7771187" y="362095"/>
                  <a:pt x="7777113" y="342344"/>
                </a:cubicBezTo>
                <a:cubicBezTo>
                  <a:pt x="7782824" y="323309"/>
                  <a:pt x="7795967" y="285784"/>
                  <a:pt x="7795967" y="285784"/>
                </a:cubicBezTo>
                <a:cubicBezTo>
                  <a:pt x="7792825" y="348629"/>
                  <a:pt x="7780843" y="411655"/>
                  <a:pt x="7786540" y="474320"/>
                </a:cubicBezTo>
                <a:cubicBezTo>
                  <a:pt x="7787566" y="485603"/>
                  <a:pt x="7803645" y="491310"/>
                  <a:pt x="7814820" y="493173"/>
                </a:cubicBezTo>
                <a:cubicBezTo>
                  <a:pt x="7824622" y="494807"/>
                  <a:pt x="7833674" y="486889"/>
                  <a:pt x="7843101" y="483747"/>
                </a:cubicBezTo>
                <a:cubicBezTo>
                  <a:pt x="7864651" y="419098"/>
                  <a:pt x="7839202" y="499341"/>
                  <a:pt x="7861954" y="408332"/>
                </a:cubicBezTo>
                <a:cubicBezTo>
                  <a:pt x="7864364" y="398692"/>
                  <a:pt x="7868239" y="389479"/>
                  <a:pt x="7871381" y="380052"/>
                </a:cubicBezTo>
                <a:cubicBezTo>
                  <a:pt x="7874523" y="361198"/>
                  <a:pt x="7877389" y="342296"/>
                  <a:pt x="7880808" y="323491"/>
                </a:cubicBezTo>
                <a:cubicBezTo>
                  <a:pt x="7883674" y="307727"/>
                  <a:pt x="7887601" y="292161"/>
                  <a:pt x="7890235" y="276357"/>
                </a:cubicBezTo>
                <a:cubicBezTo>
                  <a:pt x="7893888" y="254440"/>
                  <a:pt x="7895305" y="232157"/>
                  <a:pt x="7899662" y="210369"/>
                </a:cubicBezTo>
                <a:cubicBezTo>
                  <a:pt x="7901611" y="200625"/>
                  <a:pt x="7904262" y="190775"/>
                  <a:pt x="7909088" y="182089"/>
                </a:cubicBezTo>
                <a:cubicBezTo>
                  <a:pt x="7920092" y="162281"/>
                  <a:pt x="7946796" y="125528"/>
                  <a:pt x="7946796" y="125528"/>
                </a:cubicBezTo>
                <a:cubicBezTo>
                  <a:pt x="7949938" y="116101"/>
                  <a:pt x="7956222" y="107185"/>
                  <a:pt x="7956222" y="97248"/>
                </a:cubicBezTo>
                <a:cubicBezTo>
                  <a:pt x="7956222" y="75640"/>
                  <a:pt x="7937476" y="57372"/>
                  <a:pt x="7927942" y="40687"/>
                </a:cubicBezTo>
                <a:cubicBezTo>
                  <a:pt x="7920970" y="28486"/>
                  <a:pt x="7909088" y="-11074"/>
                  <a:pt x="7909088" y="2979"/>
                </a:cubicBezTo>
                <a:cubicBezTo>
                  <a:pt x="7909088" y="19901"/>
                  <a:pt x="7921657" y="34402"/>
                  <a:pt x="7927942" y="50114"/>
                </a:cubicBezTo>
                <a:cubicBezTo>
                  <a:pt x="7930465" y="148497"/>
                  <a:pt x="7914283" y="334838"/>
                  <a:pt x="7946796" y="464893"/>
                </a:cubicBezTo>
                <a:cubicBezTo>
                  <a:pt x="7949206" y="474533"/>
                  <a:pt x="7953080" y="483746"/>
                  <a:pt x="7956222" y="493173"/>
                </a:cubicBezTo>
                <a:cubicBezTo>
                  <a:pt x="7953080" y="543449"/>
                  <a:pt x="7946796" y="593628"/>
                  <a:pt x="7946796" y="644002"/>
                </a:cubicBezTo>
                <a:cubicBezTo>
                  <a:pt x="7946796" y="732042"/>
                  <a:pt x="7948595" y="820244"/>
                  <a:pt x="7956222" y="907953"/>
                </a:cubicBezTo>
                <a:cubicBezTo>
                  <a:pt x="7957610" y="923915"/>
                  <a:pt x="7963213" y="876655"/>
                  <a:pt x="7965649" y="860819"/>
                </a:cubicBezTo>
                <a:cubicBezTo>
                  <a:pt x="7969501" y="835780"/>
                  <a:pt x="7972972" y="810650"/>
                  <a:pt x="7975076" y="785404"/>
                </a:cubicBezTo>
                <a:cubicBezTo>
                  <a:pt x="7991378" y="589778"/>
                  <a:pt x="7965605" y="691268"/>
                  <a:pt x="8012783" y="549734"/>
                </a:cubicBezTo>
                <a:lnTo>
                  <a:pt x="8022210" y="521454"/>
                </a:lnTo>
                <a:cubicBezTo>
                  <a:pt x="8025352" y="512027"/>
                  <a:pt x="8023369" y="498685"/>
                  <a:pt x="8031637" y="493173"/>
                </a:cubicBezTo>
                <a:lnTo>
                  <a:pt x="8059917" y="474320"/>
                </a:lnTo>
                <a:cubicBezTo>
                  <a:pt x="8176754" y="483308"/>
                  <a:pt x="8175818" y="490084"/>
                  <a:pt x="8286161" y="474320"/>
                </a:cubicBezTo>
                <a:cubicBezTo>
                  <a:pt x="8295998" y="472915"/>
                  <a:pt x="8305553" y="469337"/>
                  <a:pt x="8314441" y="464893"/>
                </a:cubicBezTo>
                <a:cubicBezTo>
                  <a:pt x="8336142" y="454042"/>
                  <a:pt x="8344995" y="437768"/>
                  <a:pt x="8371002" y="436612"/>
                </a:cubicBezTo>
                <a:cubicBezTo>
                  <a:pt x="8502885" y="430751"/>
                  <a:pt x="8634953" y="430328"/>
                  <a:pt x="8766928" y="427186"/>
                </a:cubicBezTo>
                <a:cubicBezTo>
                  <a:pt x="9292812" y="453478"/>
                  <a:pt x="8463398" y="414203"/>
                  <a:pt x="9577633" y="446039"/>
                </a:cubicBezTo>
                <a:cubicBezTo>
                  <a:pt x="9590584" y="446409"/>
                  <a:pt x="9602636" y="452925"/>
                  <a:pt x="9615340" y="455466"/>
                </a:cubicBezTo>
                <a:cubicBezTo>
                  <a:pt x="9670223" y="466443"/>
                  <a:pt x="9658201" y="464893"/>
                  <a:pt x="9700181" y="464893"/>
                </a:cubicBez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0" name="CaixaDeTexto 29"/>
          <p:cNvSpPr txBox="1"/>
          <p:nvPr/>
        </p:nvSpPr>
        <p:spPr>
          <a:xfrm>
            <a:off x="0" y="4327532"/>
            <a:ext cx="2667786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/>
              <a:t>2 Olhos e 2 ouvidos = informação espacial (tamanho, perspectiva)</a:t>
            </a:r>
          </a:p>
          <a:p>
            <a:r>
              <a:rPr lang="pt-BR" sz="1600" dirty="0" smtClean="0"/>
              <a:t>distância</a:t>
            </a:r>
            <a:endParaRPr lang="pt-BR" sz="1600" dirty="0"/>
          </a:p>
        </p:txBody>
      </p:sp>
      <p:sp>
        <p:nvSpPr>
          <p:cNvPr id="31" name="CaixaDeTexto 30"/>
          <p:cNvSpPr txBox="1"/>
          <p:nvPr/>
        </p:nvSpPr>
        <p:spPr>
          <a:xfrm>
            <a:off x="8357666" y="1257136"/>
            <a:ext cx="219126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Assinatura do limão</a:t>
            </a:r>
            <a:endParaRPr lang="pt-BR" dirty="0"/>
          </a:p>
        </p:txBody>
      </p:sp>
      <p:pic>
        <p:nvPicPr>
          <p:cNvPr id="1030" name="Picture 6" descr="Resultado de imagem para limão"/>
          <p:cNvPicPr>
            <a:picLocks noChangeAspect="1" noChangeArrowheads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802099" y="1268574"/>
            <a:ext cx="914210" cy="7649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4" name="AutoShape 8" descr="Resultado de imagem para laranja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25" name="AutoShape 10" descr="Resultado de imagem para laranja"/>
          <p:cNvSpPr>
            <a:spLocks noChangeAspect="1" noChangeArrowheads="1"/>
          </p:cNvSpPr>
          <p:nvPr/>
        </p:nvSpPr>
        <p:spPr bwMode="auto">
          <a:xfrm>
            <a:off x="307975" y="7937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1031" name="Forma livre 1030"/>
          <p:cNvSpPr/>
          <p:nvPr/>
        </p:nvSpPr>
        <p:spPr>
          <a:xfrm>
            <a:off x="207390" y="697584"/>
            <a:ext cx="10331777" cy="858289"/>
          </a:xfrm>
          <a:custGeom>
            <a:avLst/>
            <a:gdLst>
              <a:gd name="connsiteX0" fmla="*/ 0 w 10331777"/>
              <a:gd name="connsiteY0" fmla="*/ 471340 h 858289"/>
              <a:gd name="connsiteX1" fmla="*/ 131975 w 10331777"/>
              <a:gd name="connsiteY1" fmla="*/ 575035 h 858289"/>
              <a:gd name="connsiteX2" fmla="*/ 141402 w 10331777"/>
              <a:gd name="connsiteY2" fmla="*/ 546754 h 858289"/>
              <a:gd name="connsiteX3" fmla="*/ 169682 w 10331777"/>
              <a:gd name="connsiteY3" fmla="*/ 537327 h 858289"/>
              <a:gd name="connsiteX4" fmla="*/ 197963 w 10331777"/>
              <a:gd name="connsiteY4" fmla="*/ 546754 h 858289"/>
              <a:gd name="connsiteX5" fmla="*/ 273377 w 10331777"/>
              <a:gd name="connsiteY5" fmla="*/ 537327 h 858289"/>
              <a:gd name="connsiteX6" fmla="*/ 320511 w 10331777"/>
              <a:gd name="connsiteY6" fmla="*/ 480767 h 858289"/>
              <a:gd name="connsiteX7" fmla="*/ 358218 w 10331777"/>
              <a:gd name="connsiteY7" fmla="*/ 490193 h 858289"/>
              <a:gd name="connsiteX8" fmla="*/ 386499 w 10331777"/>
              <a:gd name="connsiteY8" fmla="*/ 499620 h 858289"/>
              <a:gd name="connsiteX9" fmla="*/ 405352 w 10331777"/>
              <a:gd name="connsiteY9" fmla="*/ 461913 h 858289"/>
              <a:gd name="connsiteX10" fmla="*/ 452486 w 10331777"/>
              <a:gd name="connsiteY10" fmla="*/ 405352 h 858289"/>
              <a:gd name="connsiteX11" fmla="*/ 452486 w 10331777"/>
              <a:gd name="connsiteY11" fmla="*/ 499620 h 858289"/>
              <a:gd name="connsiteX12" fmla="*/ 424206 w 10331777"/>
              <a:gd name="connsiteY12" fmla="*/ 518474 h 858289"/>
              <a:gd name="connsiteX13" fmla="*/ 556181 w 10331777"/>
              <a:gd name="connsiteY13" fmla="*/ 527901 h 858289"/>
              <a:gd name="connsiteX14" fmla="*/ 1282045 w 10331777"/>
              <a:gd name="connsiteY14" fmla="*/ 537327 h 858289"/>
              <a:gd name="connsiteX15" fmla="*/ 1593130 w 10331777"/>
              <a:gd name="connsiteY15" fmla="*/ 546754 h 858289"/>
              <a:gd name="connsiteX16" fmla="*/ 1621410 w 10331777"/>
              <a:gd name="connsiteY16" fmla="*/ 556181 h 858289"/>
              <a:gd name="connsiteX17" fmla="*/ 1677971 w 10331777"/>
              <a:gd name="connsiteY17" fmla="*/ 565608 h 858289"/>
              <a:gd name="connsiteX18" fmla="*/ 1706251 w 10331777"/>
              <a:gd name="connsiteY18" fmla="*/ 575035 h 858289"/>
              <a:gd name="connsiteX19" fmla="*/ 1838226 w 10331777"/>
              <a:gd name="connsiteY19" fmla="*/ 546754 h 858289"/>
              <a:gd name="connsiteX20" fmla="*/ 1894787 w 10331777"/>
              <a:gd name="connsiteY20" fmla="*/ 527901 h 858289"/>
              <a:gd name="connsiteX21" fmla="*/ 2083323 w 10331777"/>
              <a:gd name="connsiteY21" fmla="*/ 518474 h 858289"/>
              <a:gd name="connsiteX22" fmla="*/ 2969443 w 10331777"/>
              <a:gd name="connsiteY22" fmla="*/ 527901 h 858289"/>
              <a:gd name="connsiteX23" fmla="*/ 3233394 w 10331777"/>
              <a:gd name="connsiteY23" fmla="*/ 527901 h 858289"/>
              <a:gd name="connsiteX24" fmla="*/ 3261674 w 10331777"/>
              <a:gd name="connsiteY24" fmla="*/ 509047 h 858289"/>
              <a:gd name="connsiteX25" fmla="*/ 3280528 w 10331777"/>
              <a:gd name="connsiteY25" fmla="*/ 443059 h 858289"/>
              <a:gd name="connsiteX26" fmla="*/ 3308808 w 10331777"/>
              <a:gd name="connsiteY26" fmla="*/ 320511 h 858289"/>
              <a:gd name="connsiteX27" fmla="*/ 3327662 w 10331777"/>
              <a:gd name="connsiteY27" fmla="*/ 169682 h 858289"/>
              <a:gd name="connsiteX28" fmla="*/ 3337088 w 10331777"/>
              <a:gd name="connsiteY28" fmla="*/ 84841 h 858289"/>
              <a:gd name="connsiteX29" fmla="*/ 3355942 w 10331777"/>
              <a:gd name="connsiteY29" fmla="*/ 28280 h 858289"/>
              <a:gd name="connsiteX30" fmla="*/ 3365369 w 10331777"/>
              <a:gd name="connsiteY30" fmla="*/ 0 h 858289"/>
              <a:gd name="connsiteX31" fmla="*/ 3374796 w 10331777"/>
              <a:gd name="connsiteY31" fmla="*/ 367645 h 858289"/>
              <a:gd name="connsiteX32" fmla="*/ 3384222 w 10331777"/>
              <a:gd name="connsiteY32" fmla="*/ 443059 h 858289"/>
              <a:gd name="connsiteX33" fmla="*/ 3393649 w 10331777"/>
              <a:gd name="connsiteY33" fmla="*/ 546754 h 858289"/>
              <a:gd name="connsiteX34" fmla="*/ 3412503 w 10331777"/>
              <a:gd name="connsiteY34" fmla="*/ 518474 h 858289"/>
              <a:gd name="connsiteX35" fmla="*/ 3469064 w 10331777"/>
              <a:gd name="connsiteY35" fmla="*/ 490193 h 858289"/>
              <a:gd name="connsiteX36" fmla="*/ 3506771 w 10331777"/>
              <a:gd name="connsiteY36" fmla="*/ 480767 h 858289"/>
              <a:gd name="connsiteX37" fmla="*/ 3497344 w 10331777"/>
              <a:gd name="connsiteY37" fmla="*/ 509047 h 858289"/>
              <a:gd name="connsiteX38" fmla="*/ 3506771 w 10331777"/>
              <a:gd name="connsiteY38" fmla="*/ 593888 h 858289"/>
              <a:gd name="connsiteX39" fmla="*/ 3525624 w 10331777"/>
              <a:gd name="connsiteY39" fmla="*/ 565608 h 858289"/>
              <a:gd name="connsiteX40" fmla="*/ 3535051 w 10331777"/>
              <a:gd name="connsiteY40" fmla="*/ 509047 h 858289"/>
              <a:gd name="connsiteX41" fmla="*/ 3553905 w 10331777"/>
              <a:gd name="connsiteY41" fmla="*/ 424206 h 858289"/>
              <a:gd name="connsiteX42" fmla="*/ 3544478 w 10331777"/>
              <a:gd name="connsiteY42" fmla="*/ 273377 h 858289"/>
              <a:gd name="connsiteX43" fmla="*/ 3553905 w 10331777"/>
              <a:gd name="connsiteY43" fmla="*/ 188536 h 858289"/>
              <a:gd name="connsiteX44" fmla="*/ 3610466 w 10331777"/>
              <a:gd name="connsiteY44" fmla="*/ 245096 h 858289"/>
              <a:gd name="connsiteX45" fmla="*/ 3638746 w 10331777"/>
              <a:gd name="connsiteY45" fmla="*/ 311084 h 858289"/>
              <a:gd name="connsiteX46" fmla="*/ 3648173 w 10331777"/>
              <a:gd name="connsiteY46" fmla="*/ 546754 h 858289"/>
              <a:gd name="connsiteX47" fmla="*/ 3676453 w 10331777"/>
              <a:gd name="connsiteY47" fmla="*/ 556181 h 858289"/>
              <a:gd name="connsiteX48" fmla="*/ 3704734 w 10331777"/>
              <a:gd name="connsiteY48" fmla="*/ 537327 h 858289"/>
              <a:gd name="connsiteX49" fmla="*/ 3808429 w 10331777"/>
              <a:gd name="connsiteY49" fmla="*/ 527901 h 858289"/>
              <a:gd name="connsiteX50" fmla="*/ 3836709 w 10331777"/>
              <a:gd name="connsiteY50" fmla="*/ 518474 h 858289"/>
              <a:gd name="connsiteX51" fmla="*/ 4110086 w 10331777"/>
              <a:gd name="connsiteY51" fmla="*/ 537327 h 858289"/>
              <a:gd name="connsiteX52" fmla="*/ 4317476 w 10331777"/>
              <a:gd name="connsiteY52" fmla="*/ 556181 h 858289"/>
              <a:gd name="connsiteX53" fmla="*/ 4402317 w 10331777"/>
              <a:gd name="connsiteY53" fmla="*/ 565608 h 858289"/>
              <a:gd name="connsiteX54" fmla="*/ 4769963 w 10331777"/>
              <a:gd name="connsiteY54" fmla="*/ 556181 h 858289"/>
              <a:gd name="connsiteX55" fmla="*/ 4798243 w 10331777"/>
              <a:gd name="connsiteY55" fmla="*/ 546754 h 858289"/>
              <a:gd name="connsiteX56" fmla="*/ 4911365 w 10331777"/>
              <a:gd name="connsiteY56" fmla="*/ 556181 h 858289"/>
              <a:gd name="connsiteX57" fmla="*/ 4949072 w 10331777"/>
              <a:gd name="connsiteY57" fmla="*/ 565608 h 858289"/>
              <a:gd name="connsiteX58" fmla="*/ 4977352 w 10331777"/>
              <a:gd name="connsiteY58" fmla="*/ 575035 h 858289"/>
              <a:gd name="connsiteX59" fmla="*/ 5052767 w 10331777"/>
              <a:gd name="connsiteY59" fmla="*/ 565608 h 858289"/>
              <a:gd name="connsiteX60" fmla="*/ 5081047 w 10331777"/>
              <a:gd name="connsiteY60" fmla="*/ 546754 h 858289"/>
              <a:gd name="connsiteX61" fmla="*/ 5109328 w 10331777"/>
              <a:gd name="connsiteY61" fmla="*/ 443059 h 858289"/>
              <a:gd name="connsiteX62" fmla="*/ 5128181 w 10331777"/>
              <a:gd name="connsiteY62" fmla="*/ 386498 h 858289"/>
              <a:gd name="connsiteX63" fmla="*/ 5147035 w 10331777"/>
              <a:gd name="connsiteY63" fmla="*/ 358218 h 858289"/>
              <a:gd name="connsiteX64" fmla="*/ 5165888 w 10331777"/>
              <a:gd name="connsiteY64" fmla="*/ 301657 h 858289"/>
              <a:gd name="connsiteX65" fmla="*/ 5175315 w 10331777"/>
              <a:gd name="connsiteY65" fmla="*/ 235670 h 858289"/>
              <a:gd name="connsiteX66" fmla="*/ 5184742 w 10331777"/>
              <a:gd name="connsiteY66" fmla="*/ 207389 h 858289"/>
              <a:gd name="connsiteX67" fmla="*/ 5203596 w 10331777"/>
              <a:gd name="connsiteY67" fmla="*/ 141402 h 858289"/>
              <a:gd name="connsiteX68" fmla="*/ 5222449 w 10331777"/>
              <a:gd name="connsiteY68" fmla="*/ 169682 h 858289"/>
              <a:gd name="connsiteX69" fmla="*/ 5231876 w 10331777"/>
              <a:gd name="connsiteY69" fmla="*/ 235670 h 858289"/>
              <a:gd name="connsiteX70" fmla="*/ 5250730 w 10331777"/>
              <a:gd name="connsiteY70" fmla="*/ 395925 h 858289"/>
              <a:gd name="connsiteX71" fmla="*/ 5241303 w 10331777"/>
              <a:gd name="connsiteY71" fmla="*/ 537327 h 858289"/>
              <a:gd name="connsiteX72" fmla="*/ 5222449 w 10331777"/>
              <a:gd name="connsiteY72" fmla="*/ 697583 h 858289"/>
              <a:gd name="connsiteX73" fmla="*/ 5194169 w 10331777"/>
              <a:gd name="connsiteY73" fmla="*/ 810705 h 858289"/>
              <a:gd name="connsiteX74" fmla="*/ 5184742 w 10331777"/>
              <a:gd name="connsiteY74" fmla="*/ 857839 h 858289"/>
              <a:gd name="connsiteX75" fmla="*/ 5241303 w 10331777"/>
              <a:gd name="connsiteY75" fmla="*/ 820131 h 858289"/>
              <a:gd name="connsiteX76" fmla="*/ 5307290 w 10331777"/>
              <a:gd name="connsiteY76" fmla="*/ 707010 h 858289"/>
              <a:gd name="connsiteX77" fmla="*/ 5344998 w 10331777"/>
              <a:gd name="connsiteY77" fmla="*/ 650449 h 858289"/>
              <a:gd name="connsiteX78" fmla="*/ 5354424 w 10331777"/>
              <a:gd name="connsiteY78" fmla="*/ 612742 h 858289"/>
              <a:gd name="connsiteX79" fmla="*/ 5373278 w 10331777"/>
              <a:gd name="connsiteY79" fmla="*/ 556181 h 858289"/>
              <a:gd name="connsiteX80" fmla="*/ 5401558 w 10331777"/>
              <a:gd name="connsiteY80" fmla="*/ 575035 h 858289"/>
              <a:gd name="connsiteX81" fmla="*/ 5486400 w 10331777"/>
              <a:gd name="connsiteY81" fmla="*/ 527901 h 858289"/>
              <a:gd name="connsiteX82" fmla="*/ 5514680 w 10331777"/>
              <a:gd name="connsiteY82" fmla="*/ 556181 h 858289"/>
              <a:gd name="connsiteX83" fmla="*/ 5533534 w 10331777"/>
              <a:gd name="connsiteY83" fmla="*/ 612742 h 858289"/>
              <a:gd name="connsiteX84" fmla="*/ 5590095 w 10331777"/>
              <a:gd name="connsiteY84" fmla="*/ 546754 h 858289"/>
              <a:gd name="connsiteX85" fmla="*/ 5608948 w 10331777"/>
              <a:gd name="connsiteY85" fmla="*/ 499620 h 858289"/>
              <a:gd name="connsiteX86" fmla="*/ 5618375 w 10331777"/>
              <a:gd name="connsiteY86" fmla="*/ 443059 h 858289"/>
              <a:gd name="connsiteX87" fmla="*/ 5627802 w 10331777"/>
              <a:gd name="connsiteY87" fmla="*/ 414779 h 858289"/>
              <a:gd name="connsiteX88" fmla="*/ 5637229 w 10331777"/>
              <a:gd name="connsiteY88" fmla="*/ 358218 h 858289"/>
              <a:gd name="connsiteX89" fmla="*/ 5646655 w 10331777"/>
              <a:gd name="connsiteY89" fmla="*/ 329938 h 858289"/>
              <a:gd name="connsiteX90" fmla="*/ 5656082 w 10331777"/>
              <a:gd name="connsiteY90" fmla="*/ 292230 h 858289"/>
              <a:gd name="connsiteX91" fmla="*/ 5684363 w 10331777"/>
              <a:gd name="connsiteY91" fmla="*/ 311084 h 858289"/>
              <a:gd name="connsiteX92" fmla="*/ 5703216 w 10331777"/>
              <a:gd name="connsiteY92" fmla="*/ 339364 h 858289"/>
              <a:gd name="connsiteX93" fmla="*/ 5816338 w 10331777"/>
              <a:gd name="connsiteY93" fmla="*/ 169682 h 858289"/>
              <a:gd name="connsiteX94" fmla="*/ 5854045 w 10331777"/>
              <a:gd name="connsiteY94" fmla="*/ 339364 h 858289"/>
              <a:gd name="connsiteX95" fmla="*/ 5863472 w 10331777"/>
              <a:gd name="connsiteY95" fmla="*/ 509047 h 858289"/>
              <a:gd name="connsiteX96" fmla="*/ 5872899 w 10331777"/>
              <a:gd name="connsiteY96" fmla="*/ 546754 h 858289"/>
              <a:gd name="connsiteX97" fmla="*/ 5882325 w 10331777"/>
              <a:gd name="connsiteY97" fmla="*/ 593888 h 858289"/>
              <a:gd name="connsiteX98" fmla="*/ 5929459 w 10331777"/>
              <a:gd name="connsiteY98" fmla="*/ 527901 h 858289"/>
              <a:gd name="connsiteX99" fmla="*/ 5957740 w 10331777"/>
              <a:gd name="connsiteY99" fmla="*/ 518474 h 858289"/>
              <a:gd name="connsiteX100" fmla="*/ 6117996 w 10331777"/>
              <a:gd name="connsiteY100" fmla="*/ 480767 h 858289"/>
              <a:gd name="connsiteX101" fmla="*/ 7513163 w 10331777"/>
              <a:gd name="connsiteY101" fmla="*/ 480767 h 858289"/>
              <a:gd name="connsiteX102" fmla="*/ 7541443 w 10331777"/>
              <a:gd name="connsiteY102" fmla="*/ 471340 h 858289"/>
              <a:gd name="connsiteX103" fmla="*/ 7598004 w 10331777"/>
              <a:gd name="connsiteY103" fmla="*/ 461913 h 858289"/>
              <a:gd name="connsiteX104" fmla="*/ 7692272 w 10331777"/>
              <a:gd name="connsiteY104" fmla="*/ 443059 h 858289"/>
              <a:gd name="connsiteX105" fmla="*/ 7729979 w 10331777"/>
              <a:gd name="connsiteY105" fmla="*/ 433632 h 858289"/>
              <a:gd name="connsiteX106" fmla="*/ 7786540 w 10331777"/>
              <a:gd name="connsiteY106" fmla="*/ 424206 h 858289"/>
              <a:gd name="connsiteX107" fmla="*/ 8201319 w 10331777"/>
              <a:gd name="connsiteY107" fmla="*/ 433632 h 858289"/>
              <a:gd name="connsiteX108" fmla="*/ 8248453 w 10331777"/>
              <a:gd name="connsiteY108" fmla="*/ 443059 h 858289"/>
              <a:gd name="connsiteX109" fmla="*/ 8314441 w 10331777"/>
              <a:gd name="connsiteY109" fmla="*/ 452486 h 858289"/>
              <a:gd name="connsiteX110" fmla="*/ 8474697 w 10331777"/>
              <a:gd name="connsiteY110" fmla="*/ 461913 h 858289"/>
              <a:gd name="connsiteX111" fmla="*/ 8663233 w 10331777"/>
              <a:gd name="connsiteY111" fmla="*/ 490193 h 858289"/>
              <a:gd name="connsiteX112" fmla="*/ 8691513 w 10331777"/>
              <a:gd name="connsiteY112" fmla="*/ 499620 h 858289"/>
              <a:gd name="connsiteX113" fmla="*/ 8785781 w 10331777"/>
              <a:gd name="connsiteY113" fmla="*/ 509047 h 858289"/>
              <a:gd name="connsiteX114" fmla="*/ 8832915 w 10331777"/>
              <a:gd name="connsiteY114" fmla="*/ 518474 h 858289"/>
              <a:gd name="connsiteX115" fmla="*/ 9483365 w 10331777"/>
              <a:gd name="connsiteY115" fmla="*/ 527901 h 858289"/>
              <a:gd name="connsiteX116" fmla="*/ 10171521 w 10331777"/>
              <a:gd name="connsiteY116" fmla="*/ 546754 h 858289"/>
              <a:gd name="connsiteX117" fmla="*/ 10331777 w 10331777"/>
              <a:gd name="connsiteY117" fmla="*/ 556181 h 8582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</a:cxnLst>
            <a:rect l="l" t="t" r="r" b="b"/>
            <a:pathLst>
              <a:path w="10331777" h="858289">
                <a:moveTo>
                  <a:pt x="0" y="471340"/>
                </a:moveTo>
                <a:cubicBezTo>
                  <a:pt x="43992" y="505905"/>
                  <a:pt x="82610" y="548707"/>
                  <a:pt x="131975" y="575035"/>
                </a:cubicBezTo>
                <a:cubicBezTo>
                  <a:pt x="140743" y="579711"/>
                  <a:pt x="134376" y="553781"/>
                  <a:pt x="141402" y="546754"/>
                </a:cubicBezTo>
                <a:cubicBezTo>
                  <a:pt x="148428" y="539728"/>
                  <a:pt x="160255" y="540469"/>
                  <a:pt x="169682" y="537327"/>
                </a:cubicBezTo>
                <a:cubicBezTo>
                  <a:pt x="179109" y="540469"/>
                  <a:pt x="188026" y="546754"/>
                  <a:pt x="197963" y="546754"/>
                </a:cubicBezTo>
                <a:cubicBezTo>
                  <a:pt x="223297" y="546754"/>
                  <a:pt x="249569" y="545985"/>
                  <a:pt x="273377" y="537327"/>
                </a:cubicBezTo>
                <a:cubicBezTo>
                  <a:pt x="289344" y="531521"/>
                  <a:pt x="311534" y="494232"/>
                  <a:pt x="320511" y="480767"/>
                </a:cubicBezTo>
                <a:cubicBezTo>
                  <a:pt x="333080" y="483909"/>
                  <a:pt x="345761" y="486634"/>
                  <a:pt x="358218" y="490193"/>
                </a:cubicBezTo>
                <a:cubicBezTo>
                  <a:pt x="367773" y="492923"/>
                  <a:pt x="377978" y="504732"/>
                  <a:pt x="386499" y="499620"/>
                </a:cubicBezTo>
                <a:cubicBezTo>
                  <a:pt x="398549" y="492390"/>
                  <a:pt x="398380" y="474114"/>
                  <a:pt x="405352" y="461913"/>
                </a:cubicBezTo>
                <a:cubicBezTo>
                  <a:pt x="422851" y="431290"/>
                  <a:pt x="426490" y="431348"/>
                  <a:pt x="452486" y="405352"/>
                </a:cubicBezTo>
                <a:cubicBezTo>
                  <a:pt x="461327" y="440713"/>
                  <a:pt x="471747" y="461097"/>
                  <a:pt x="452486" y="499620"/>
                </a:cubicBezTo>
                <a:cubicBezTo>
                  <a:pt x="447419" y="509753"/>
                  <a:pt x="433633" y="512189"/>
                  <a:pt x="424206" y="518474"/>
                </a:cubicBezTo>
                <a:cubicBezTo>
                  <a:pt x="499792" y="556266"/>
                  <a:pt x="426281" y="527901"/>
                  <a:pt x="556181" y="527901"/>
                </a:cubicBezTo>
                <a:cubicBezTo>
                  <a:pt x="798156" y="527901"/>
                  <a:pt x="1040090" y="534185"/>
                  <a:pt x="1282045" y="537327"/>
                </a:cubicBezTo>
                <a:cubicBezTo>
                  <a:pt x="1385740" y="540469"/>
                  <a:pt x="1489547" y="540999"/>
                  <a:pt x="1593130" y="546754"/>
                </a:cubicBezTo>
                <a:cubicBezTo>
                  <a:pt x="1603051" y="547305"/>
                  <a:pt x="1611710" y="554025"/>
                  <a:pt x="1621410" y="556181"/>
                </a:cubicBezTo>
                <a:cubicBezTo>
                  <a:pt x="1640069" y="560327"/>
                  <a:pt x="1659117" y="562466"/>
                  <a:pt x="1677971" y="565608"/>
                </a:cubicBezTo>
                <a:cubicBezTo>
                  <a:pt x="1687398" y="568750"/>
                  <a:pt x="1696314" y="575035"/>
                  <a:pt x="1706251" y="575035"/>
                </a:cubicBezTo>
                <a:cubicBezTo>
                  <a:pt x="1765712" y="575035"/>
                  <a:pt x="1785617" y="564291"/>
                  <a:pt x="1838226" y="546754"/>
                </a:cubicBezTo>
                <a:cubicBezTo>
                  <a:pt x="1838228" y="546753"/>
                  <a:pt x="1894784" y="527901"/>
                  <a:pt x="1894787" y="527901"/>
                </a:cubicBezTo>
                <a:lnTo>
                  <a:pt x="2083323" y="518474"/>
                </a:lnTo>
                <a:lnTo>
                  <a:pt x="2969443" y="527901"/>
                </a:lnTo>
                <a:cubicBezTo>
                  <a:pt x="3231969" y="532507"/>
                  <a:pt x="3075939" y="547581"/>
                  <a:pt x="3233394" y="527901"/>
                </a:cubicBezTo>
                <a:cubicBezTo>
                  <a:pt x="3242821" y="521616"/>
                  <a:pt x="3254596" y="517894"/>
                  <a:pt x="3261674" y="509047"/>
                </a:cubicBezTo>
                <a:cubicBezTo>
                  <a:pt x="3266592" y="502899"/>
                  <a:pt x="3279912" y="445523"/>
                  <a:pt x="3280528" y="443059"/>
                </a:cubicBezTo>
                <a:cubicBezTo>
                  <a:pt x="3328322" y="514753"/>
                  <a:pt x="3294232" y="475984"/>
                  <a:pt x="3308808" y="320511"/>
                </a:cubicBezTo>
                <a:cubicBezTo>
                  <a:pt x="3313537" y="270065"/>
                  <a:pt x="3322067" y="220040"/>
                  <a:pt x="3327662" y="169682"/>
                </a:cubicBezTo>
                <a:cubicBezTo>
                  <a:pt x="3330804" y="141402"/>
                  <a:pt x="3331508" y="112743"/>
                  <a:pt x="3337088" y="84841"/>
                </a:cubicBezTo>
                <a:cubicBezTo>
                  <a:pt x="3340985" y="65353"/>
                  <a:pt x="3349657" y="47134"/>
                  <a:pt x="3355942" y="28280"/>
                </a:cubicBezTo>
                <a:lnTo>
                  <a:pt x="3365369" y="0"/>
                </a:lnTo>
                <a:cubicBezTo>
                  <a:pt x="3368511" y="122548"/>
                  <a:pt x="3369584" y="245167"/>
                  <a:pt x="3374796" y="367645"/>
                </a:cubicBezTo>
                <a:cubicBezTo>
                  <a:pt x="3375873" y="392956"/>
                  <a:pt x="3381570" y="417865"/>
                  <a:pt x="3384222" y="443059"/>
                </a:cubicBezTo>
                <a:cubicBezTo>
                  <a:pt x="3387855" y="477576"/>
                  <a:pt x="3390507" y="512189"/>
                  <a:pt x="3393649" y="546754"/>
                </a:cubicBezTo>
                <a:cubicBezTo>
                  <a:pt x="3399934" y="537327"/>
                  <a:pt x="3404492" y="526485"/>
                  <a:pt x="3412503" y="518474"/>
                </a:cubicBezTo>
                <a:cubicBezTo>
                  <a:pt x="3429029" y="501948"/>
                  <a:pt x="3447595" y="496327"/>
                  <a:pt x="3469064" y="490193"/>
                </a:cubicBezTo>
                <a:cubicBezTo>
                  <a:pt x="3481521" y="486634"/>
                  <a:pt x="3494202" y="483909"/>
                  <a:pt x="3506771" y="480767"/>
                </a:cubicBezTo>
                <a:lnTo>
                  <a:pt x="3497344" y="509047"/>
                </a:lnTo>
                <a:cubicBezTo>
                  <a:pt x="3500486" y="537327"/>
                  <a:pt x="3494046" y="568438"/>
                  <a:pt x="3506771" y="593888"/>
                </a:cubicBezTo>
                <a:cubicBezTo>
                  <a:pt x="3511838" y="604021"/>
                  <a:pt x="3522041" y="576356"/>
                  <a:pt x="3525624" y="565608"/>
                </a:cubicBezTo>
                <a:cubicBezTo>
                  <a:pt x="3531668" y="547475"/>
                  <a:pt x="3531632" y="527852"/>
                  <a:pt x="3535051" y="509047"/>
                </a:cubicBezTo>
                <a:cubicBezTo>
                  <a:pt x="3543030" y="465166"/>
                  <a:pt x="3543818" y="464554"/>
                  <a:pt x="3553905" y="424206"/>
                </a:cubicBezTo>
                <a:cubicBezTo>
                  <a:pt x="3550763" y="373930"/>
                  <a:pt x="3550252" y="323419"/>
                  <a:pt x="3544478" y="273377"/>
                </a:cubicBezTo>
                <a:cubicBezTo>
                  <a:pt x="3532828" y="172416"/>
                  <a:pt x="3492385" y="168029"/>
                  <a:pt x="3553905" y="188536"/>
                </a:cubicBezTo>
                <a:cubicBezTo>
                  <a:pt x="3572759" y="207389"/>
                  <a:pt x="3602035" y="219801"/>
                  <a:pt x="3610466" y="245096"/>
                </a:cubicBezTo>
                <a:cubicBezTo>
                  <a:pt x="3624335" y="286709"/>
                  <a:pt x="3615448" y="264489"/>
                  <a:pt x="3638746" y="311084"/>
                </a:cubicBezTo>
                <a:cubicBezTo>
                  <a:pt x="3641888" y="389641"/>
                  <a:pt x="3636218" y="469049"/>
                  <a:pt x="3648173" y="546754"/>
                </a:cubicBezTo>
                <a:cubicBezTo>
                  <a:pt x="3649684" y="556575"/>
                  <a:pt x="3666652" y="557815"/>
                  <a:pt x="3676453" y="556181"/>
                </a:cubicBezTo>
                <a:cubicBezTo>
                  <a:pt x="3687629" y="554318"/>
                  <a:pt x="3693656" y="539701"/>
                  <a:pt x="3704734" y="537327"/>
                </a:cubicBezTo>
                <a:cubicBezTo>
                  <a:pt x="3738671" y="530055"/>
                  <a:pt x="3773864" y="531043"/>
                  <a:pt x="3808429" y="527901"/>
                </a:cubicBezTo>
                <a:cubicBezTo>
                  <a:pt x="3817856" y="524759"/>
                  <a:pt x="3826777" y="518164"/>
                  <a:pt x="3836709" y="518474"/>
                </a:cubicBezTo>
                <a:cubicBezTo>
                  <a:pt x="3928007" y="521327"/>
                  <a:pt x="4110086" y="537327"/>
                  <a:pt x="4110086" y="537327"/>
                </a:cubicBezTo>
                <a:cubicBezTo>
                  <a:pt x="4197340" y="566412"/>
                  <a:pt x="4114876" y="541709"/>
                  <a:pt x="4317476" y="556181"/>
                </a:cubicBezTo>
                <a:cubicBezTo>
                  <a:pt x="4345858" y="558208"/>
                  <a:pt x="4374037" y="562466"/>
                  <a:pt x="4402317" y="565608"/>
                </a:cubicBezTo>
                <a:cubicBezTo>
                  <a:pt x="4524866" y="562466"/>
                  <a:pt x="4647513" y="562012"/>
                  <a:pt x="4769963" y="556181"/>
                </a:cubicBezTo>
                <a:cubicBezTo>
                  <a:pt x="4779888" y="555708"/>
                  <a:pt x="4788306" y="546754"/>
                  <a:pt x="4798243" y="546754"/>
                </a:cubicBezTo>
                <a:cubicBezTo>
                  <a:pt x="4836081" y="546754"/>
                  <a:pt x="4873658" y="553039"/>
                  <a:pt x="4911365" y="556181"/>
                </a:cubicBezTo>
                <a:cubicBezTo>
                  <a:pt x="4923934" y="559323"/>
                  <a:pt x="4936615" y="562049"/>
                  <a:pt x="4949072" y="565608"/>
                </a:cubicBezTo>
                <a:cubicBezTo>
                  <a:pt x="4958626" y="568338"/>
                  <a:pt x="4967415" y="575035"/>
                  <a:pt x="4977352" y="575035"/>
                </a:cubicBezTo>
                <a:cubicBezTo>
                  <a:pt x="5002686" y="575035"/>
                  <a:pt x="5027629" y="568750"/>
                  <a:pt x="5052767" y="565608"/>
                </a:cubicBezTo>
                <a:cubicBezTo>
                  <a:pt x="5062194" y="559323"/>
                  <a:pt x="5075042" y="556361"/>
                  <a:pt x="5081047" y="546754"/>
                </a:cubicBezTo>
                <a:cubicBezTo>
                  <a:pt x="5099426" y="517348"/>
                  <a:pt x="5100472" y="475533"/>
                  <a:pt x="5109328" y="443059"/>
                </a:cubicBezTo>
                <a:cubicBezTo>
                  <a:pt x="5114557" y="423886"/>
                  <a:pt x="5117157" y="403034"/>
                  <a:pt x="5128181" y="386498"/>
                </a:cubicBezTo>
                <a:cubicBezTo>
                  <a:pt x="5134466" y="377071"/>
                  <a:pt x="5142434" y="368571"/>
                  <a:pt x="5147035" y="358218"/>
                </a:cubicBezTo>
                <a:cubicBezTo>
                  <a:pt x="5155106" y="340057"/>
                  <a:pt x="5165888" y="301657"/>
                  <a:pt x="5165888" y="301657"/>
                </a:cubicBezTo>
                <a:cubicBezTo>
                  <a:pt x="5169030" y="279661"/>
                  <a:pt x="5170957" y="257457"/>
                  <a:pt x="5175315" y="235670"/>
                </a:cubicBezTo>
                <a:cubicBezTo>
                  <a:pt x="5177264" y="225926"/>
                  <a:pt x="5182012" y="216944"/>
                  <a:pt x="5184742" y="207389"/>
                </a:cubicBezTo>
                <a:cubicBezTo>
                  <a:pt x="5208414" y="124540"/>
                  <a:pt x="5180995" y="209202"/>
                  <a:pt x="5203596" y="141402"/>
                </a:cubicBezTo>
                <a:cubicBezTo>
                  <a:pt x="5209880" y="150829"/>
                  <a:pt x="5219194" y="158830"/>
                  <a:pt x="5222449" y="169682"/>
                </a:cubicBezTo>
                <a:cubicBezTo>
                  <a:pt x="5228834" y="190964"/>
                  <a:pt x="5229665" y="213561"/>
                  <a:pt x="5231876" y="235670"/>
                </a:cubicBezTo>
                <a:cubicBezTo>
                  <a:pt x="5247507" y="391976"/>
                  <a:pt x="5229718" y="311881"/>
                  <a:pt x="5250730" y="395925"/>
                </a:cubicBezTo>
                <a:cubicBezTo>
                  <a:pt x="5247588" y="443059"/>
                  <a:pt x="5244669" y="490208"/>
                  <a:pt x="5241303" y="537327"/>
                </a:cubicBezTo>
                <a:cubicBezTo>
                  <a:pt x="5235686" y="615968"/>
                  <a:pt x="5240294" y="638099"/>
                  <a:pt x="5222449" y="697583"/>
                </a:cubicBezTo>
                <a:cubicBezTo>
                  <a:pt x="5190676" y="803495"/>
                  <a:pt x="5213476" y="704516"/>
                  <a:pt x="5194169" y="810705"/>
                </a:cubicBezTo>
                <a:cubicBezTo>
                  <a:pt x="5191303" y="826469"/>
                  <a:pt x="5169031" y="854697"/>
                  <a:pt x="5184742" y="857839"/>
                </a:cubicBezTo>
                <a:cubicBezTo>
                  <a:pt x="5206961" y="862283"/>
                  <a:pt x="5222449" y="832700"/>
                  <a:pt x="5241303" y="820131"/>
                </a:cubicBezTo>
                <a:cubicBezTo>
                  <a:pt x="5263299" y="782424"/>
                  <a:pt x="5283075" y="743332"/>
                  <a:pt x="5307290" y="707010"/>
                </a:cubicBezTo>
                <a:lnTo>
                  <a:pt x="5344998" y="650449"/>
                </a:lnTo>
                <a:cubicBezTo>
                  <a:pt x="5348140" y="637880"/>
                  <a:pt x="5350701" y="625151"/>
                  <a:pt x="5354424" y="612742"/>
                </a:cubicBezTo>
                <a:cubicBezTo>
                  <a:pt x="5360135" y="593707"/>
                  <a:pt x="5373278" y="556181"/>
                  <a:pt x="5373278" y="556181"/>
                </a:cubicBezTo>
                <a:cubicBezTo>
                  <a:pt x="5382705" y="562466"/>
                  <a:pt x="5390342" y="573433"/>
                  <a:pt x="5401558" y="575035"/>
                </a:cubicBezTo>
                <a:cubicBezTo>
                  <a:pt x="5434941" y="579804"/>
                  <a:pt x="5466179" y="544078"/>
                  <a:pt x="5486400" y="527901"/>
                </a:cubicBezTo>
                <a:cubicBezTo>
                  <a:pt x="5495827" y="537328"/>
                  <a:pt x="5508206" y="544527"/>
                  <a:pt x="5514680" y="556181"/>
                </a:cubicBezTo>
                <a:cubicBezTo>
                  <a:pt x="5524331" y="573554"/>
                  <a:pt x="5533534" y="612742"/>
                  <a:pt x="5533534" y="612742"/>
                </a:cubicBezTo>
                <a:cubicBezTo>
                  <a:pt x="5554964" y="591312"/>
                  <a:pt x="5574981" y="573960"/>
                  <a:pt x="5590095" y="546754"/>
                </a:cubicBezTo>
                <a:cubicBezTo>
                  <a:pt x="5598313" y="531962"/>
                  <a:pt x="5602664" y="515331"/>
                  <a:pt x="5608948" y="499620"/>
                </a:cubicBezTo>
                <a:cubicBezTo>
                  <a:pt x="5612090" y="480766"/>
                  <a:pt x="5614229" y="461718"/>
                  <a:pt x="5618375" y="443059"/>
                </a:cubicBezTo>
                <a:cubicBezTo>
                  <a:pt x="5620531" y="433359"/>
                  <a:pt x="5625646" y="424479"/>
                  <a:pt x="5627802" y="414779"/>
                </a:cubicBezTo>
                <a:cubicBezTo>
                  <a:pt x="5631948" y="396120"/>
                  <a:pt x="5633083" y="376877"/>
                  <a:pt x="5637229" y="358218"/>
                </a:cubicBezTo>
                <a:cubicBezTo>
                  <a:pt x="5639384" y="348518"/>
                  <a:pt x="5643925" y="339492"/>
                  <a:pt x="5646655" y="329938"/>
                </a:cubicBezTo>
                <a:cubicBezTo>
                  <a:pt x="5650214" y="317480"/>
                  <a:pt x="5652940" y="304799"/>
                  <a:pt x="5656082" y="292230"/>
                </a:cubicBezTo>
                <a:cubicBezTo>
                  <a:pt x="5665509" y="298515"/>
                  <a:pt x="5676352" y="303073"/>
                  <a:pt x="5684363" y="311084"/>
                </a:cubicBezTo>
                <a:cubicBezTo>
                  <a:pt x="5692374" y="319095"/>
                  <a:pt x="5694865" y="347020"/>
                  <a:pt x="5703216" y="339364"/>
                </a:cubicBezTo>
                <a:cubicBezTo>
                  <a:pt x="5759948" y="287359"/>
                  <a:pt x="5785187" y="231983"/>
                  <a:pt x="5816338" y="169682"/>
                </a:cubicBezTo>
                <a:cubicBezTo>
                  <a:pt x="5829239" y="221286"/>
                  <a:pt x="5848878" y="298029"/>
                  <a:pt x="5854045" y="339364"/>
                </a:cubicBezTo>
                <a:cubicBezTo>
                  <a:pt x="5861071" y="395575"/>
                  <a:pt x="5858343" y="452631"/>
                  <a:pt x="5863472" y="509047"/>
                </a:cubicBezTo>
                <a:cubicBezTo>
                  <a:pt x="5864645" y="521950"/>
                  <a:pt x="5870089" y="534107"/>
                  <a:pt x="5872899" y="546754"/>
                </a:cubicBezTo>
                <a:cubicBezTo>
                  <a:pt x="5876375" y="562395"/>
                  <a:pt x="5879183" y="578177"/>
                  <a:pt x="5882325" y="593888"/>
                </a:cubicBezTo>
                <a:cubicBezTo>
                  <a:pt x="5945957" y="572677"/>
                  <a:pt x="5874469" y="604886"/>
                  <a:pt x="5929459" y="527901"/>
                </a:cubicBezTo>
                <a:cubicBezTo>
                  <a:pt x="5935235" y="519815"/>
                  <a:pt x="5948139" y="521034"/>
                  <a:pt x="5957740" y="518474"/>
                </a:cubicBezTo>
                <a:cubicBezTo>
                  <a:pt x="6054251" y="492737"/>
                  <a:pt x="6046004" y="495164"/>
                  <a:pt x="6117996" y="480767"/>
                </a:cubicBezTo>
                <a:cubicBezTo>
                  <a:pt x="6697519" y="505962"/>
                  <a:pt x="6423842" y="497787"/>
                  <a:pt x="7513163" y="480767"/>
                </a:cubicBezTo>
                <a:cubicBezTo>
                  <a:pt x="7523098" y="480612"/>
                  <a:pt x="7531743" y="473496"/>
                  <a:pt x="7541443" y="471340"/>
                </a:cubicBezTo>
                <a:cubicBezTo>
                  <a:pt x="7560102" y="467194"/>
                  <a:pt x="7579150" y="465055"/>
                  <a:pt x="7598004" y="461913"/>
                </a:cubicBezTo>
                <a:cubicBezTo>
                  <a:pt x="7656082" y="442553"/>
                  <a:pt x="7596950" y="460391"/>
                  <a:pt x="7692272" y="443059"/>
                </a:cubicBezTo>
                <a:cubicBezTo>
                  <a:pt x="7705019" y="440741"/>
                  <a:pt x="7717275" y="436173"/>
                  <a:pt x="7729979" y="433632"/>
                </a:cubicBezTo>
                <a:cubicBezTo>
                  <a:pt x="7748722" y="429884"/>
                  <a:pt x="7767686" y="427348"/>
                  <a:pt x="7786540" y="424206"/>
                </a:cubicBezTo>
                <a:lnTo>
                  <a:pt x="8201319" y="433632"/>
                </a:lnTo>
                <a:cubicBezTo>
                  <a:pt x="8217328" y="434285"/>
                  <a:pt x="8232649" y="440425"/>
                  <a:pt x="8248453" y="443059"/>
                </a:cubicBezTo>
                <a:cubicBezTo>
                  <a:pt x="8270370" y="446712"/>
                  <a:pt x="8292298" y="450641"/>
                  <a:pt x="8314441" y="452486"/>
                </a:cubicBezTo>
                <a:cubicBezTo>
                  <a:pt x="8367767" y="456930"/>
                  <a:pt x="8421278" y="458771"/>
                  <a:pt x="8474697" y="461913"/>
                </a:cubicBezTo>
                <a:cubicBezTo>
                  <a:pt x="8621450" y="491264"/>
                  <a:pt x="8348684" y="437769"/>
                  <a:pt x="8663233" y="490193"/>
                </a:cubicBezTo>
                <a:cubicBezTo>
                  <a:pt x="8673034" y="491827"/>
                  <a:pt x="8681692" y="498109"/>
                  <a:pt x="8691513" y="499620"/>
                </a:cubicBezTo>
                <a:cubicBezTo>
                  <a:pt x="8722725" y="504422"/>
                  <a:pt x="8754479" y="504873"/>
                  <a:pt x="8785781" y="509047"/>
                </a:cubicBezTo>
                <a:cubicBezTo>
                  <a:pt x="8801663" y="511165"/>
                  <a:pt x="8816898" y="518041"/>
                  <a:pt x="8832915" y="518474"/>
                </a:cubicBezTo>
                <a:cubicBezTo>
                  <a:pt x="9049675" y="524333"/>
                  <a:pt x="9266560" y="524064"/>
                  <a:pt x="9483365" y="527901"/>
                </a:cubicBezTo>
                <a:lnTo>
                  <a:pt x="10171521" y="546754"/>
                </a:lnTo>
                <a:cubicBezTo>
                  <a:pt x="10388108" y="556599"/>
                  <a:pt x="10256516" y="556181"/>
                  <a:pt x="10331777" y="556181"/>
                </a:cubicBezTo>
              </a:path>
            </a:pathLst>
          </a:custGeom>
          <a:noFill/>
          <a:ln>
            <a:solidFill>
              <a:srgbClr val="FFC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cxnSp>
        <p:nvCxnSpPr>
          <p:cNvPr id="41" name="Conector de seta reta 40"/>
          <p:cNvCxnSpPr/>
          <p:nvPr/>
        </p:nvCxnSpPr>
        <p:spPr>
          <a:xfrm flipV="1">
            <a:off x="2011889" y="4636391"/>
            <a:ext cx="2774796" cy="9546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CaixaDeTexto 41"/>
          <p:cNvSpPr txBox="1"/>
          <p:nvPr/>
        </p:nvSpPr>
        <p:spPr>
          <a:xfrm>
            <a:off x="8357665" y="836876"/>
            <a:ext cx="252086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Assinatura da maça</a:t>
            </a:r>
            <a:endParaRPr lang="pt-BR" dirty="0"/>
          </a:p>
        </p:txBody>
      </p:sp>
      <p:sp>
        <p:nvSpPr>
          <p:cNvPr id="1033" name="Forma livre 1032"/>
          <p:cNvSpPr/>
          <p:nvPr/>
        </p:nvSpPr>
        <p:spPr>
          <a:xfrm>
            <a:off x="160256" y="688157"/>
            <a:ext cx="10322350" cy="348791"/>
          </a:xfrm>
          <a:custGeom>
            <a:avLst/>
            <a:gdLst>
              <a:gd name="connsiteX0" fmla="*/ 9426 w 10322350"/>
              <a:gd name="connsiteY0" fmla="*/ 348791 h 348791"/>
              <a:gd name="connsiteX1" fmla="*/ 0 w 10322350"/>
              <a:gd name="connsiteY1" fmla="*/ 301657 h 348791"/>
              <a:gd name="connsiteX2" fmla="*/ 28280 w 10322350"/>
              <a:gd name="connsiteY2" fmla="*/ 245097 h 348791"/>
              <a:gd name="connsiteX3" fmla="*/ 56560 w 10322350"/>
              <a:gd name="connsiteY3" fmla="*/ 235670 h 348791"/>
              <a:gd name="connsiteX4" fmla="*/ 47134 w 10322350"/>
              <a:gd name="connsiteY4" fmla="*/ 188536 h 348791"/>
              <a:gd name="connsiteX5" fmla="*/ 37707 w 10322350"/>
              <a:gd name="connsiteY5" fmla="*/ 150829 h 348791"/>
              <a:gd name="connsiteX6" fmla="*/ 47134 w 10322350"/>
              <a:gd name="connsiteY6" fmla="*/ 75414 h 348791"/>
              <a:gd name="connsiteX7" fmla="*/ 56560 w 10322350"/>
              <a:gd name="connsiteY7" fmla="*/ 47134 h 348791"/>
              <a:gd name="connsiteX8" fmla="*/ 273377 w 10322350"/>
              <a:gd name="connsiteY8" fmla="*/ 37707 h 348791"/>
              <a:gd name="connsiteX9" fmla="*/ 480767 w 10322350"/>
              <a:gd name="connsiteY9" fmla="*/ 37707 h 348791"/>
              <a:gd name="connsiteX10" fmla="*/ 650449 w 10322350"/>
              <a:gd name="connsiteY10" fmla="*/ 28280 h 348791"/>
              <a:gd name="connsiteX11" fmla="*/ 1574276 w 10322350"/>
              <a:gd name="connsiteY11" fmla="*/ 18853 h 348791"/>
              <a:gd name="connsiteX12" fmla="*/ 1611983 w 10322350"/>
              <a:gd name="connsiteY12" fmla="*/ 9427 h 348791"/>
              <a:gd name="connsiteX13" fmla="*/ 10322350 w 10322350"/>
              <a:gd name="connsiteY13" fmla="*/ 0 h 3487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0322350" h="348791">
                <a:moveTo>
                  <a:pt x="9426" y="348791"/>
                </a:moveTo>
                <a:cubicBezTo>
                  <a:pt x="6284" y="333080"/>
                  <a:pt x="0" y="317679"/>
                  <a:pt x="0" y="301657"/>
                </a:cubicBezTo>
                <a:cubicBezTo>
                  <a:pt x="0" y="287993"/>
                  <a:pt x="18746" y="252724"/>
                  <a:pt x="28280" y="245097"/>
                </a:cubicBezTo>
                <a:cubicBezTo>
                  <a:pt x="36039" y="238890"/>
                  <a:pt x="47133" y="238812"/>
                  <a:pt x="56560" y="235670"/>
                </a:cubicBezTo>
                <a:cubicBezTo>
                  <a:pt x="53418" y="219959"/>
                  <a:pt x="50610" y="204177"/>
                  <a:pt x="47134" y="188536"/>
                </a:cubicBezTo>
                <a:cubicBezTo>
                  <a:pt x="44324" y="175889"/>
                  <a:pt x="37707" y="163785"/>
                  <a:pt x="37707" y="150829"/>
                </a:cubicBezTo>
                <a:cubicBezTo>
                  <a:pt x="37707" y="125495"/>
                  <a:pt x="42602" y="100339"/>
                  <a:pt x="47134" y="75414"/>
                </a:cubicBezTo>
                <a:cubicBezTo>
                  <a:pt x="48911" y="65638"/>
                  <a:pt x="46759" y="48768"/>
                  <a:pt x="56560" y="47134"/>
                </a:cubicBezTo>
                <a:cubicBezTo>
                  <a:pt x="127916" y="35241"/>
                  <a:pt x="201105" y="40849"/>
                  <a:pt x="273377" y="37707"/>
                </a:cubicBezTo>
                <a:cubicBezTo>
                  <a:pt x="375322" y="12220"/>
                  <a:pt x="257566" y="37707"/>
                  <a:pt x="480767" y="37707"/>
                </a:cubicBezTo>
                <a:cubicBezTo>
                  <a:pt x="537415" y="37707"/>
                  <a:pt x="593810" y="29257"/>
                  <a:pt x="650449" y="28280"/>
                </a:cubicBezTo>
                <a:lnTo>
                  <a:pt x="1574276" y="18853"/>
                </a:lnTo>
                <a:cubicBezTo>
                  <a:pt x="1586845" y="15711"/>
                  <a:pt x="1599027" y="9477"/>
                  <a:pt x="1611983" y="9427"/>
                </a:cubicBezTo>
                <a:lnTo>
                  <a:pt x="10322350" y="0"/>
                </a:lnTo>
              </a:path>
            </a:pathLst>
          </a:cu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5" name="CaixaDeTexto 44"/>
          <p:cNvSpPr txBox="1"/>
          <p:nvPr/>
        </p:nvSpPr>
        <p:spPr>
          <a:xfrm>
            <a:off x="8357665" y="366609"/>
            <a:ext cx="326558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Assinatura da Paz (branca) ???</a:t>
            </a:r>
            <a:endParaRPr lang="pt-BR" dirty="0"/>
          </a:p>
        </p:txBody>
      </p:sp>
      <p:pic>
        <p:nvPicPr>
          <p:cNvPr id="9" name="Picture 2" descr="Resultado de imagem para maça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35" t="18413" r="15606" b="11687"/>
          <a:stretch/>
        </p:blipFill>
        <p:spPr bwMode="auto">
          <a:xfrm>
            <a:off x="4227178" y="920690"/>
            <a:ext cx="559507" cy="5375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2" descr="Resultado de imagem para olho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279"/>
          <a:stretch/>
        </p:blipFill>
        <p:spPr bwMode="auto">
          <a:xfrm>
            <a:off x="5726364" y="1939039"/>
            <a:ext cx="868756" cy="287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m para orelha"/>
          <p:cNvPicPr>
            <a:picLocks noChangeAspect="1" noChangeArrowheads="1"/>
          </p:cNvPicPr>
          <p:nvPr/>
        </p:nvPicPr>
        <p:blipFill rotWithShape="1"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62" r="15384" b="8144"/>
          <a:stretch/>
        </p:blipFill>
        <p:spPr bwMode="auto">
          <a:xfrm>
            <a:off x="656760" y="1836025"/>
            <a:ext cx="551879" cy="39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m para tato"/>
          <p:cNvPicPr>
            <a:picLocks noChangeAspect="1" noChangeArrowheads="1"/>
          </p:cNvPicPr>
          <p:nvPr/>
        </p:nvPicPr>
        <p:blipFill rotWithShape="1"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79" t="13218" r="39393" b="31478"/>
          <a:stretch/>
        </p:blipFill>
        <p:spPr bwMode="auto">
          <a:xfrm>
            <a:off x="114727" y="1789178"/>
            <a:ext cx="465562" cy="350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m para olfato"/>
          <p:cNvPicPr>
            <a:picLocks noChangeAspect="1" noChangeArrowheads="1"/>
          </p:cNvPicPr>
          <p:nvPr/>
        </p:nvPicPr>
        <p:blipFill rotWithShape="1"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3" t="15126" r="10123" b="3449"/>
          <a:stretch/>
        </p:blipFill>
        <p:spPr bwMode="auto">
          <a:xfrm>
            <a:off x="8605812" y="1651049"/>
            <a:ext cx="486041" cy="543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568027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7" name="Grupo 1026"/>
          <p:cNvGrpSpPr/>
          <p:nvPr/>
        </p:nvGrpSpPr>
        <p:grpSpPr>
          <a:xfrm>
            <a:off x="1183275" y="712101"/>
            <a:ext cx="12362198" cy="794223"/>
            <a:chOff x="1183275" y="712101"/>
            <a:chExt cx="12362198" cy="794223"/>
          </a:xfrm>
        </p:grpSpPr>
        <p:grpSp>
          <p:nvGrpSpPr>
            <p:cNvPr id="153" name="Grupo 152"/>
            <p:cNvGrpSpPr/>
            <p:nvPr/>
          </p:nvGrpSpPr>
          <p:grpSpPr>
            <a:xfrm>
              <a:off x="1472030" y="712101"/>
              <a:ext cx="12073443" cy="504585"/>
              <a:chOff x="107950" y="2067338"/>
              <a:chExt cx="12073443" cy="504585"/>
            </a:xfrm>
          </p:grpSpPr>
          <p:grpSp>
            <p:nvGrpSpPr>
              <p:cNvPr id="184" name="Grupo 183"/>
              <p:cNvGrpSpPr/>
              <p:nvPr/>
            </p:nvGrpSpPr>
            <p:grpSpPr>
              <a:xfrm>
                <a:off x="3875170" y="2067338"/>
                <a:ext cx="8306223" cy="504585"/>
                <a:chOff x="3708198" y="2067338"/>
                <a:chExt cx="8306223" cy="504585"/>
              </a:xfrm>
            </p:grpSpPr>
            <p:pic>
              <p:nvPicPr>
                <p:cNvPr id="186" name="Picture 2" descr="Resultado de imagem para espectro eletromagnético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768" t="56878" r="1640" b="32843"/>
                <a:stretch/>
              </p:blipFill>
              <p:spPr bwMode="auto">
                <a:xfrm>
                  <a:off x="3708198" y="2067338"/>
                  <a:ext cx="8306223" cy="50458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87" name="CaixaDeTexto 186"/>
                <p:cNvSpPr txBox="1"/>
                <p:nvPr/>
              </p:nvSpPr>
              <p:spPr>
                <a:xfrm>
                  <a:off x="3708198" y="2134964"/>
                  <a:ext cx="47256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pt-BR" dirty="0"/>
                </a:p>
              </p:txBody>
            </p:sp>
          </p:grpSp>
          <p:sp>
            <p:nvSpPr>
              <p:cNvPr id="185" name="Retângulo 184"/>
              <p:cNvSpPr/>
              <p:nvPr/>
            </p:nvSpPr>
            <p:spPr>
              <a:xfrm>
                <a:off x="107950" y="2167013"/>
                <a:ext cx="3807879" cy="30523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5">
                      <a:lumMod val="20000"/>
                      <a:lumOff val="80000"/>
                    </a:schemeClr>
                  </a:gs>
                  <a:gs pos="8300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pt-BR" sz="1400" kern="6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4" name="Grupo 153"/>
            <p:cNvGrpSpPr/>
            <p:nvPr/>
          </p:nvGrpSpPr>
          <p:grpSpPr>
            <a:xfrm>
              <a:off x="1423904" y="761042"/>
              <a:ext cx="12073443" cy="504585"/>
              <a:chOff x="107950" y="2067338"/>
              <a:chExt cx="12073443" cy="504585"/>
            </a:xfrm>
          </p:grpSpPr>
          <p:grpSp>
            <p:nvGrpSpPr>
              <p:cNvPr id="180" name="Grupo 179"/>
              <p:cNvGrpSpPr/>
              <p:nvPr/>
            </p:nvGrpSpPr>
            <p:grpSpPr>
              <a:xfrm>
                <a:off x="3875170" y="2067338"/>
                <a:ext cx="8306223" cy="504585"/>
                <a:chOff x="3708198" y="2067338"/>
                <a:chExt cx="8306223" cy="504585"/>
              </a:xfrm>
            </p:grpSpPr>
            <p:pic>
              <p:nvPicPr>
                <p:cNvPr id="182" name="Picture 2" descr="Resultado de imagem para espectro eletromagnético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768" t="56878" r="1640" b="32843"/>
                <a:stretch/>
              </p:blipFill>
              <p:spPr bwMode="auto">
                <a:xfrm>
                  <a:off x="3708198" y="2067338"/>
                  <a:ext cx="8306223" cy="50458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83" name="CaixaDeTexto 182"/>
                <p:cNvSpPr txBox="1"/>
                <p:nvPr/>
              </p:nvSpPr>
              <p:spPr>
                <a:xfrm>
                  <a:off x="3708198" y="2134964"/>
                  <a:ext cx="47256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pt-BR" dirty="0"/>
                </a:p>
              </p:txBody>
            </p:sp>
          </p:grpSp>
          <p:sp>
            <p:nvSpPr>
              <p:cNvPr id="181" name="Retângulo 180"/>
              <p:cNvSpPr/>
              <p:nvPr/>
            </p:nvSpPr>
            <p:spPr>
              <a:xfrm>
                <a:off x="107950" y="2167013"/>
                <a:ext cx="3807879" cy="30523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5">
                      <a:lumMod val="20000"/>
                      <a:lumOff val="80000"/>
                    </a:schemeClr>
                  </a:gs>
                  <a:gs pos="8300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pt-BR" sz="1400" kern="6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5" name="Grupo 154"/>
            <p:cNvGrpSpPr/>
            <p:nvPr/>
          </p:nvGrpSpPr>
          <p:grpSpPr>
            <a:xfrm>
              <a:off x="1375778" y="809895"/>
              <a:ext cx="12073443" cy="504585"/>
              <a:chOff x="107950" y="2067338"/>
              <a:chExt cx="12073443" cy="504585"/>
            </a:xfrm>
          </p:grpSpPr>
          <p:grpSp>
            <p:nvGrpSpPr>
              <p:cNvPr id="176" name="Grupo 175"/>
              <p:cNvGrpSpPr/>
              <p:nvPr/>
            </p:nvGrpSpPr>
            <p:grpSpPr>
              <a:xfrm>
                <a:off x="3875170" y="2067338"/>
                <a:ext cx="8306223" cy="504585"/>
                <a:chOff x="3708198" y="2067338"/>
                <a:chExt cx="8306223" cy="504585"/>
              </a:xfrm>
            </p:grpSpPr>
            <p:pic>
              <p:nvPicPr>
                <p:cNvPr id="178" name="Picture 2" descr="Resultado de imagem para espectro eletromagnético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768" t="56878" r="1640" b="32843"/>
                <a:stretch/>
              </p:blipFill>
              <p:spPr bwMode="auto">
                <a:xfrm>
                  <a:off x="3708198" y="2067338"/>
                  <a:ext cx="8306223" cy="50458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79" name="CaixaDeTexto 178"/>
                <p:cNvSpPr txBox="1"/>
                <p:nvPr/>
              </p:nvSpPr>
              <p:spPr>
                <a:xfrm>
                  <a:off x="3708198" y="2134964"/>
                  <a:ext cx="47256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pt-BR" dirty="0"/>
                </a:p>
              </p:txBody>
            </p:sp>
          </p:grpSp>
          <p:sp>
            <p:nvSpPr>
              <p:cNvPr id="177" name="Retângulo 176"/>
              <p:cNvSpPr/>
              <p:nvPr/>
            </p:nvSpPr>
            <p:spPr>
              <a:xfrm>
                <a:off x="107950" y="2167013"/>
                <a:ext cx="3807879" cy="30523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5">
                      <a:lumMod val="20000"/>
                      <a:lumOff val="80000"/>
                    </a:schemeClr>
                  </a:gs>
                  <a:gs pos="8300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pt-BR" sz="1400" kern="6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6" name="Grupo 155"/>
            <p:cNvGrpSpPr/>
            <p:nvPr/>
          </p:nvGrpSpPr>
          <p:grpSpPr>
            <a:xfrm>
              <a:off x="1327652" y="856170"/>
              <a:ext cx="12073443" cy="504585"/>
              <a:chOff x="107950" y="2067338"/>
              <a:chExt cx="12073443" cy="504585"/>
            </a:xfrm>
          </p:grpSpPr>
          <p:grpSp>
            <p:nvGrpSpPr>
              <p:cNvPr id="172" name="Grupo 171"/>
              <p:cNvGrpSpPr/>
              <p:nvPr/>
            </p:nvGrpSpPr>
            <p:grpSpPr>
              <a:xfrm>
                <a:off x="3875170" y="2067338"/>
                <a:ext cx="8306223" cy="504585"/>
                <a:chOff x="3708198" y="2067338"/>
                <a:chExt cx="8306223" cy="504585"/>
              </a:xfrm>
            </p:grpSpPr>
            <p:pic>
              <p:nvPicPr>
                <p:cNvPr id="174" name="Picture 2" descr="Resultado de imagem para espectro eletromagnético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768" t="56878" r="1640" b="32843"/>
                <a:stretch/>
              </p:blipFill>
              <p:spPr bwMode="auto">
                <a:xfrm>
                  <a:off x="3708198" y="2067338"/>
                  <a:ext cx="8306223" cy="50458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75" name="CaixaDeTexto 174"/>
                <p:cNvSpPr txBox="1"/>
                <p:nvPr/>
              </p:nvSpPr>
              <p:spPr>
                <a:xfrm>
                  <a:off x="3708198" y="2134964"/>
                  <a:ext cx="47256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pt-BR" dirty="0"/>
                </a:p>
              </p:txBody>
            </p:sp>
          </p:grpSp>
          <p:sp>
            <p:nvSpPr>
              <p:cNvPr id="173" name="Retângulo 172"/>
              <p:cNvSpPr/>
              <p:nvPr/>
            </p:nvSpPr>
            <p:spPr>
              <a:xfrm>
                <a:off x="107950" y="2167013"/>
                <a:ext cx="3807879" cy="30523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5">
                      <a:lumMod val="20000"/>
                      <a:lumOff val="80000"/>
                    </a:schemeClr>
                  </a:gs>
                  <a:gs pos="8300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pt-BR" sz="1400" kern="6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7" name="Grupo 156"/>
            <p:cNvGrpSpPr/>
            <p:nvPr/>
          </p:nvGrpSpPr>
          <p:grpSpPr>
            <a:xfrm>
              <a:off x="1279527" y="904606"/>
              <a:ext cx="12073443" cy="504585"/>
              <a:chOff x="107950" y="2067338"/>
              <a:chExt cx="12073443" cy="504585"/>
            </a:xfrm>
          </p:grpSpPr>
          <p:grpSp>
            <p:nvGrpSpPr>
              <p:cNvPr id="168" name="Grupo 167"/>
              <p:cNvGrpSpPr/>
              <p:nvPr/>
            </p:nvGrpSpPr>
            <p:grpSpPr>
              <a:xfrm>
                <a:off x="3875170" y="2067338"/>
                <a:ext cx="8306223" cy="504585"/>
                <a:chOff x="3708198" y="2067338"/>
                <a:chExt cx="8306223" cy="504585"/>
              </a:xfrm>
            </p:grpSpPr>
            <p:pic>
              <p:nvPicPr>
                <p:cNvPr id="170" name="Picture 2" descr="Resultado de imagem para espectro eletromagnético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768" t="56878" r="1640" b="32843"/>
                <a:stretch/>
              </p:blipFill>
              <p:spPr bwMode="auto">
                <a:xfrm>
                  <a:off x="3708198" y="2067338"/>
                  <a:ext cx="8306223" cy="50458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71" name="CaixaDeTexto 170"/>
                <p:cNvSpPr txBox="1"/>
                <p:nvPr/>
              </p:nvSpPr>
              <p:spPr>
                <a:xfrm>
                  <a:off x="3708198" y="2134964"/>
                  <a:ext cx="47256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pt-BR" dirty="0"/>
                </a:p>
              </p:txBody>
            </p:sp>
          </p:grpSp>
          <p:sp>
            <p:nvSpPr>
              <p:cNvPr id="169" name="Retângulo 168"/>
              <p:cNvSpPr/>
              <p:nvPr/>
            </p:nvSpPr>
            <p:spPr>
              <a:xfrm>
                <a:off x="107950" y="2167013"/>
                <a:ext cx="3807879" cy="30523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5">
                      <a:lumMod val="20000"/>
                      <a:lumOff val="80000"/>
                    </a:schemeClr>
                  </a:gs>
                  <a:gs pos="8300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pt-BR" sz="1400" kern="6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8" name="Grupo 157"/>
            <p:cNvGrpSpPr/>
            <p:nvPr/>
          </p:nvGrpSpPr>
          <p:grpSpPr>
            <a:xfrm>
              <a:off x="1231401" y="952732"/>
              <a:ext cx="12073443" cy="504585"/>
              <a:chOff x="107950" y="2067338"/>
              <a:chExt cx="12073443" cy="504585"/>
            </a:xfrm>
          </p:grpSpPr>
          <p:grpSp>
            <p:nvGrpSpPr>
              <p:cNvPr id="164" name="Grupo 163"/>
              <p:cNvGrpSpPr/>
              <p:nvPr/>
            </p:nvGrpSpPr>
            <p:grpSpPr>
              <a:xfrm>
                <a:off x="3875170" y="2067338"/>
                <a:ext cx="8306223" cy="504585"/>
                <a:chOff x="3708198" y="2067338"/>
                <a:chExt cx="8306223" cy="504585"/>
              </a:xfrm>
            </p:grpSpPr>
            <p:pic>
              <p:nvPicPr>
                <p:cNvPr id="166" name="Picture 2" descr="Resultado de imagem para espectro eletromagnético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768" t="56878" r="1640" b="32843"/>
                <a:stretch/>
              </p:blipFill>
              <p:spPr bwMode="auto">
                <a:xfrm>
                  <a:off x="3708198" y="2067338"/>
                  <a:ext cx="8306223" cy="50458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67" name="CaixaDeTexto 166"/>
                <p:cNvSpPr txBox="1"/>
                <p:nvPr/>
              </p:nvSpPr>
              <p:spPr>
                <a:xfrm>
                  <a:off x="3708198" y="2134964"/>
                  <a:ext cx="47256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pt-BR" dirty="0"/>
                </a:p>
              </p:txBody>
            </p:sp>
          </p:grpSp>
          <p:sp>
            <p:nvSpPr>
              <p:cNvPr id="165" name="Retângulo 164"/>
              <p:cNvSpPr/>
              <p:nvPr/>
            </p:nvSpPr>
            <p:spPr>
              <a:xfrm>
                <a:off x="107950" y="2167013"/>
                <a:ext cx="3807879" cy="30523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5">
                      <a:lumMod val="20000"/>
                      <a:lumOff val="80000"/>
                    </a:schemeClr>
                  </a:gs>
                  <a:gs pos="8300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pt-BR" sz="1400" kern="6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59" name="Grupo 158"/>
            <p:cNvGrpSpPr/>
            <p:nvPr/>
          </p:nvGrpSpPr>
          <p:grpSpPr>
            <a:xfrm>
              <a:off x="1183275" y="1001739"/>
              <a:ext cx="12073443" cy="504585"/>
              <a:chOff x="107950" y="2067338"/>
              <a:chExt cx="12073443" cy="504585"/>
            </a:xfrm>
          </p:grpSpPr>
          <p:grpSp>
            <p:nvGrpSpPr>
              <p:cNvPr id="160" name="Grupo 159"/>
              <p:cNvGrpSpPr/>
              <p:nvPr/>
            </p:nvGrpSpPr>
            <p:grpSpPr>
              <a:xfrm>
                <a:off x="3875170" y="2067338"/>
                <a:ext cx="8306223" cy="504585"/>
                <a:chOff x="3708198" y="2067338"/>
                <a:chExt cx="8306223" cy="504585"/>
              </a:xfrm>
            </p:grpSpPr>
            <p:pic>
              <p:nvPicPr>
                <p:cNvPr id="162" name="Picture 2" descr="Resultado de imagem para espectro eletromagnético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768" t="56878" r="1640" b="32843"/>
                <a:stretch/>
              </p:blipFill>
              <p:spPr bwMode="auto">
                <a:xfrm>
                  <a:off x="3708198" y="2067338"/>
                  <a:ext cx="8306223" cy="50458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63" name="CaixaDeTexto 162"/>
                <p:cNvSpPr txBox="1"/>
                <p:nvPr/>
              </p:nvSpPr>
              <p:spPr>
                <a:xfrm>
                  <a:off x="3708198" y="2134964"/>
                  <a:ext cx="47256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pt-BR" dirty="0"/>
                </a:p>
              </p:txBody>
            </p:sp>
          </p:grpSp>
          <p:sp>
            <p:nvSpPr>
              <p:cNvPr id="161" name="Retângulo 160"/>
              <p:cNvSpPr/>
              <p:nvPr/>
            </p:nvSpPr>
            <p:spPr>
              <a:xfrm>
                <a:off x="107950" y="2167013"/>
                <a:ext cx="3807879" cy="30523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5">
                      <a:lumMod val="20000"/>
                      <a:lumOff val="80000"/>
                    </a:schemeClr>
                  </a:gs>
                  <a:gs pos="8300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pt-BR" sz="1400" kern="6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029" name="Grupo 1028"/>
          <p:cNvGrpSpPr/>
          <p:nvPr/>
        </p:nvGrpSpPr>
        <p:grpSpPr>
          <a:xfrm>
            <a:off x="840559" y="1053544"/>
            <a:ext cx="12362198" cy="794223"/>
            <a:chOff x="840559" y="1053544"/>
            <a:chExt cx="12362198" cy="794223"/>
          </a:xfrm>
        </p:grpSpPr>
        <p:grpSp>
          <p:nvGrpSpPr>
            <p:cNvPr id="117" name="Grupo 116"/>
            <p:cNvGrpSpPr/>
            <p:nvPr/>
          </p:nvGrpSpPr>
          <p:grpSpPr>
            <a:xfrm>
              <a:off x="1129314" y="1053544"/>
              <a:ext cx="12073443" cy="504585"/>
              <a:chOff x="107950" y="2067338"/>
              <a:chExt cx="12073443" cy="504585"/>
            </a:xfrm>
          </p:grpSpPr>
          <p:grpSp>
            <p:nvGrpSpPr>
              <p:cNvPr id="148" name="Grupo 147"/>
              <p:cNvGrpSpPr/>
              <p:nvPr/>
            </p:nvGrpSpPr>
            <p:grpSpPr>
              <a:xfrm>
                <a:off x="3875170" y="2067338"/>
                <a:ext cx="8306223" cy="504585"/>
                <a:chOff x="3708198" y="2067338"/>
                <a:chExt cx="8306223" cy="504585"/>
              </a:xfrm>
            </p:grpSpPr>
            <p:pic>
              <p:nvPicPr>
                <p:cNvPr id="150" name="Picture 2" descr="Resultado de imagem para espectro eletromagnético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768" t="56878" r="1640" b="32843"/>
                <a:stretch/>
              </p:blipFill>
              <p:spPr bwMode="auto">
                <a:xfrm>
                  <a:off x="3708198" y="2067338"/>
                  <a:ext cx="8306223" cy="50458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51" name="CaixaDeTexto 150"/>
                <p:cNvSpPr txBox="1"/>
                <p:nvPr/>
              </p:nvSpPr>
              <p:spPr>
                <a:xfrm>
                  <a:off x="3708198" y="2134964"/>
                  <a:ext cx="47256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pt-BR" dirty="0"/>
                </a:p>
              </p:txBody>
            </p:sp>
          </p:grpSp>
          <p:sp>
            <p:nvSpPr>
              <p:cNvPr id="149" name="Retângulo 148"/>
              <p:cNvSpPr/>
              <p:nvPr/>
            </p:nvSpPr>
            <p:spPr>
              <a:xfrm>
                <a:off x="107950" y="2167013"/>
                <a:ext cx="3807879" cy="30523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5">
                      <a:lumMod val="20000"/>
                      <a:lumOff val="80000"/>
                    </a:schemeClr>
                  </a:gs>
                  <a:gs pos="8300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pt-BR" sz="1400" kern="6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8" name="Grupo 117"/>
            <p:cNvGrpSpPr/>
            <p:nvPr/>
          </p:nvGrpSpPr>
          <p:grpSpPr>
            <a:xfrm>
              <a:off x="1081188" y="1102485"/>
              <a:ext cx="12073443" cy="504585"/>
              <a:chOff x="107950" y="2067338"/>
              <a:chExt cx="12073443" cy="504585"/>
            </a:xfrm>
          </p:grpSpPr>
          <p:grpSp>
            <p:nvGrpSpPr>
              <p:cNvPr id="144" name="Grupo 143"/>
              <p:cNvGrpSpPr/>
              <p:nvPr/>
            </p:nvGrpSpPr>
            <p:grpSpPr>
              <a:xfrm>
                <a:off x="3875170" y="2067338"/>
                <a:ext cx="8306223" cy="504585"/>
                <a:chOff x="3708198" y="2067338"/>
                <a:chExt cx="8306223" cy="504585"/>
              </a:xfrm>
            </p:grpSpPr>
            <p:pic>
              <p:nvPicPr>
                <p:cNvPr id="146" name="Picture 2" descr="Resultado de imagem para espectro eletromagnético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768" t="56878" r="1640" b="32843"/>
                <a:stretch/>
              </p:blipFill>
              <p:spPr bwMode="auto">
                <a:xfrm>
                  <a:off x="3708198" y="2067338"/>
                  <a:ext cx="8306223" cy="50458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47" name="CaixaDeTexto 146"/>
                <p:cNvSpPr txBox="1"/>
                <p:nvPr/>
              </p:nvSpPr>
              <p:spPr>
                <a:xfrm>
                  <a:off x="3708198" y="2134964"/>
                  <a:ext cx="47256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pt-BR" dirty="0"/>
                </a:p>
              </p:txBody>
            </p:sp>
          </p:grpSp>
          <p:sp>
            <p:nvSpPr>
              <p:cNvPr id="145" name="Retângulo 144"/>
              <p:cNvSpPr/>
              <p:nvPr/>
            </p:nvSpPr>
            <p:spPr>
              <a:xfrm>
                <a:off x="107950" y="2167013"/>
                <a:ext cx="3807879" cy="30523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5">
                      <a:lumMod val="20000"/>
                      <a:lumOff val="80000"/>
                    </a:schemeClr>
                  </a:gs>
                  <a:gs pos="8300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pt-BR" sz="1400" kern="6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19" name="Grupo 118"/>
            <p:cNvGrpSpPr/>
            <p:nvPr/>
          </p:nvGrpSpPr>
          <p:grpSpPr>
            <a:xfrm>
              <a:off x="1033062" y="1151338"/>
              <a:ext cx="12073443" cy="504585"/>
              <a:chOff x="107950" y="2067338"/>
              <a:chExt cx="12073443" cy="504585"/>
            </a:xfrm>
          </p:grpSpPr>
          <p:grpSp>
            <p:nvGrpSpPr>
              <p:cNvPr id="140" name="Grupo 139"/>
              <p:cNvGrpSpPr/>
              <p:nvPr/>
            </p:nvGrpSpPr>
            <p:grpSpPr>
              <a:xfrm>
                <a:off x="3875170" y="2067338"/>
                <a:ext cx="8306223" cy="504585"/>
                <a:chOff x="3708198" y="2067338"/>
                <a:chExt cx="8306223" cy="504585"/>
              </a:xfrm>
            </p:grpSpPr>
            <p:pic>
              <p:nvPicPr>
                <p:cNvPr id="142" name="Picture 2" descr="Resultado de imagem para espectro eletromagnético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768" t="56878" r="1640" b="32843"/>
                <a:stretch/>
              </p:blipFill>
              <p:spPr bwMode="auto">
                <a:xfrm>
                  <a:off x="3708198" y="2067338"/>
                  <a:ext cx="8306223" cy="50458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43" name="CaixaDeTexto 142"/>
                <p:cNvSpPr txBox="1"/>
                <p:nvPr/>
              </p:nvSpPr>
              <p:spPr>
                <a:xfrm>
                  <a:off x="3708198" y="2134964"/>
                  <a:ext cx="47256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pt-BR" dirty="0"/>
                </a:p>
              </p:txBody>
            </p:sp>
          </p:grpSp>
          <p:sp>
            <p:nvSpPr>
              <p:cNvPr id="141" name="Retângulo 140"/>
              <p:cNvSpPr/>
              <p:nvPr/>
            </p:nvSpPr>
            <p:spPr>
              <a:xfrm>
                <a:off x="107950" y="2167013"/>
                <a:ext cx="3807879" cy="30523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5">
                      <a:lumMod val="20000"/>
                      <a:lumOff val="80000"/>
                    </a:schemeClr>
                  </a:gs>
                  <a:gs pos="8300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pt-BR" sz="1400" kern="6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0" name="Grupo 119"/>
            <p:cNvGrpSpPr/>
            <p:nvPr/>
          </p:nvGrpSpPr>
          <p:grpSpPr>
            <a:xfrm>
              <a:off x="984936" y="1197613"/>
              <a:ext cx="12073443" cy="504585"/>
              <a:chOff x="107950" y="2067338"/>
              <a:chExt cx="12073443" cy="504585"/>
            </a:xfrm>
          </p:grpSpPr>
          <p:grpSp>
            <p:nvGrpSpPr>
              <p:cNvPr id="136" name="Grupo 135"/>
              <p:cNvGrpSpPr/>
              <p:nvPr/>
            </p:nvGrpSpPr>
            <p:grpSpPr>
              <a:xfrm>
                <a:off x="3875170" y="2067338"/>
                <a:ext cx="8306223" cy="504585"/>
                <a:chOff x="3708198" y="2067338"/>
                <a:chExt cx="8306223" cy="504585"/>
              </a:xfrm>
            </p:grpSpPr>
            <p:pic>
              <p:nvPicPr>
                <p:cNvPr id="138" name="Picture 2" descr="Resultado de imagem para espectro eletromagnético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768" t="56878" r="1640" b="32843"/>
                <a:stretch/>
              </p:blipFill>
              <p:spPr bwMode="auto">
                <a:xfrm>
                  <a:off x="3708198" y="2067338"/>
                  <a:ext cx="8306223" cy="50458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39" name="CaixaDeTexto 138"/>
                <p:cNvSpPr txBox="1"/>
                <p:nvPr/>
              </p:nvSpPr>
              <p:spPr>
                <a:xfrm>
                  <a:off x="3708198" y="2134964"/>
                  <a:ext cx="47256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pt-BR" dirty="0"/>
                </a:p>
              </p:txBody>
            </p:sp>
          </p:grpSp>
          <p:sp>
            <p:nvSpPr>
              <p:cNvPr id="137" name="Retângulo 136"/>
              <p:cNvSpPr/>
              <p:nvPr/>
            </p:nvSpPr>
            <p:spPr>
              <a:xfrm>
                <a:off x="107950" y="2167013"/>
                <a:ext cx="3807879" cy="30523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5">
                      <a:lumMod val="20000"/>
                      <a:lumOff val="80000"/>
                    </a:schemeClr>
                  </a:gs>
                  <a:gs pos="8300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pt-BR" sz="1400" kern="6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1" name="Grupo 120"/>
            <p:cNvGrpSpPr/>
            <p:nvPr/>
          </p:nvGrpSpPr>
          <p:grpSpPr>
            <a:xfrm>
              <a:off x="936811" y="1246049"/>
              <a:ext cx="12073443" cy="504585"/>
              <a:chOff x="107950" y="2067338"/>
              <a:chExt cx="12073443" cy="504585"/>
            </a:xfrm>
          </p:grpSpPr>
          <p:grpSp>
            <p:nvGrpSpPr>
              <p:cNvPr id="132" name="Grupo 131"/>
              <p:cNvGrpSpPr/>
              <p:nvPr/>
            </p:nvGrpSpPr>
            <p:grpSpPr>
              <a:xfrm>
                <a:off x="3875170" y="2067338"/>
                <a:ext cx="8306223" cy="504585"/>
                <a:chOff x="3708198" y="2067338"/>
                <a:chExt cx="8306223" cy="504585"/>
              </a:xfrm>
            </p:grpSpPr>
            <p:pic>
              <p:nvPicPr>
                <p:cNvPr id="134" name="Picture 2" descr="Resultado de imagem para espectro eletromagnético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768" t="56878" r="1640" b="32843"/>
                <a:stretch/>
              </p:blipFill>
              <p:spPr bwMode="auto">
                <a:xfrm>
                  <a:off x="3708198" y="2067338"/>
                  <a:ext cx="8306223" cy="50458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35" name="CaixaDeTexto 134"/>
                <p:cNvSpPr txBox="1"/>
                <p:nvPr/>
              </p:nvSpPr>
              <p:spPr>
                <a:xfrm>
                  <a:off x="3708198" y="2134964"/>
                  <a:ext cx="47256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pt-BR" dirty="0"/>
                </a:p>
              </p:txBody>
            </p:sp>
          </p:grpSp>
          <p:sp>
            <p:nvSpPr>
              <p:cNvPr id="133" name="Retângulo 132"/>
              <p:cNvSpPr/>
              <p:nvPr/>
            </p:nvSpPr>
            <p:spPr>
              <a:xfrm>
                <a:off x="107950" y="2167013"/>
                <a:ext cx="3807879" cy="30523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5">
                      <a:lumMod val="20000"/>
                      <a:lumOff val="80000"/>
                    </a:schemeClr>
                  </a:gs>
                  <a:gs pos="8300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pt-BR" sz="1400" kern="6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2" name="Grupo 121"/>
            <p:cNvGrpSpPr/>
            <p:nvPr/>
          </p:nvGrpSpPr>
          <p:grpSpPr>
            <a:xfrm>
              <a:off x="888685" y="1294175"/>
              <a:ext cx="12073443" cy="504585"/>
              <a:chOff x="107950" y="2067338"/>
              <a:chExt cx="12073443" cy="504585"/>
            </a:xfrm>
          </p:grpSpPr>
          <p:grpSp>
            <p:nvGrpSpPr>
              <p:cNvPr id="128" name="Grupo 127"/>
              <p:cNvGrpSpPr/>
              <p:nvPr/>
            </p:nvGrpSpPr>
            <p:grpSpPr>
              <a:xfrm>
                <a:off x="3875170" y="2067338"/>
                <a:ext cx="8306223" cy="504585"/>
                <a:chOff x="3708198" y="2067338"/>
                <a:chExt cx="8306223" cy="504585"/>
              </a:xfrm>
            </p:grpSpPr>
            <p:pic>
              <p:nvPicPr>
                <p:cNvPr id="130" name="Picture 2" descr="Resultado de imagem para espectro eletromagnético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768" t="56878" r="1640" b="32843"/>
                <a:stretch/>
              </p:blipFill>
              <p:spPr bwMode="auto">
                <a:xfrm>
                  <a:off x="3708198" y="2067338"/>
                  <a:ext cx="8306223" cy="50458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31" name="CaixaDeTexto 130"/>
                <p:cNvSpPr txBox="1"/>
                <p:nvPr/>
              </p:nvSpPr>
              <p:spPr>
                <a:xfrm>
                  <a:off x="3708198" y="2134964"/>
                  <a:ext cx="47256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pt-BR" dirty="0"/>
                </a:p>
              </p:txBody>
            </p:sp>
          </p:grpSp>
          <p:sp>
            <p:nvSpPr>
              <p:cNvPr id="129" name="Retângulo 128"/>
              <p:cNvSpPr/>
              <p:nvPr/>
            </p:nvSpPr>
            <p:spPr>
              <a:xfrm>
                <a:off x="107950" y="2167013"/>
                <a:ext cx="3807879" cy="30523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5">
                      <a:lumMod val="20000"/>
                      <a:lumOff val="80000"/>
                    </a:schemeClr>
                  </a:gs>
                  <a:gs pos="8300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pt-BR" sz="1400" kern="600" dirty="0">
                  <a:solidFill>
                    <a:schemeClr val="tx1"/>
                  </a:solidFill>
                </a:endParaRPr>
              </a:p>
            </p:txBody>
          </p:sp>
        </p:grpSp>
        <p:grpSp>
          <p:nvGrpSpPr>
            <p:cNvPr id="123" name="Grupo 122"/>
            <p:cNvGrpSpPr/>
            <p:nvPr/>
          </p:nvGrpSpPr>
          <p:grpSpPr>
            <a:xfrm>
              <a:off x="840559" y="1343182"/>
              <a:ext cx="12073443" cy="504585"/>
              <a:chOff x="107950" y="2067338"/>
              <a:chExt cx="12073443" cy="504585"/>
            </a:xfrm>
          </p:grpSpPr>
          <p:grpSp>
            <p:nvGrpSpPr>
              <p:cNvPr id="124" name="Grupo 123"/>
              <p:cNvGrpSpPr/>
              <p:nvPr/>
            </p:nvGrpSpPr>
            <p:grpSpPr>
              <a:xfrm>
                <a:off x="3875170" y="2067338"/>
                <a:ext cx="8306223" cy="504585"/>
                <a:chOff x="3708198" y="2067338"/>
                <a:chExt cx="8306223" cy="504585"/>
              </a:xfrm>
            </p:grpSpPr>
            <p:pic>
              <p:nvPicPr>
                <p:cNvPr id="126" name="Picture 2" descr="Resultado de imagem para espectro eletromagnético"/>
                <p:cNvPicPr>
                  <a:picLocks noChangeAspect="1" noChangeArrowheads="1"/>
                </p:cNvPicPr>
                <p:nvPr/>
              </p:nvPicPr>
              <p:blipFill rotWithShape="1">
                <a:blip r:embed="rId2"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 l="15768" t="56878" r="1640" b="32843"/>
                <a:stretch/>
              </p:blipFill>
              <p:spPr bwMode="auto">
                <a:xfrm>
                  <a:off x="3708198" y="2067338"/>
                  <a:ext cx="8306223" cy="504585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sp>
              <p:nvSpPr>
                <p:cNvPr id="127" name="CaixaDeTexto 126"/>
                <p:cNvSpPr txBox="1"/>
                <p:nvPr/>
              </p:nvSpPr>
              <p:spPr>
                <a:xfrm>
                  <a:off x="3708198" y="2134964"/>
                  <a:ext cx="4725606" cy="369332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pPr algn="ctr"/>
                  <a:endParaRPr lang="pt-BR" dirty="0"/>
                </a:p>
              </p:txBody>
            </p:sp>
          </p:grpSp>
          <p:sp>
            <p:nvSpPr>
              <p:cNvPr id="125" name="Retângulo 124"/>
              <p:cNvSpPr/>
              <p:nvPr/>
            </p:nvSpPr>
            <p:spPr>
              <a:xfrm>
                <a:off x="107950" y="2167013"/>
                <a:ext cx="3807879" cy="305233"/>
              </a:xfrm>
              <a:prstGeom prst="rect">
                <a:avLst/>
              </a:prstGeom>
              <a:gradFill flip="none" rotWithShape="1">
                <a:gsLst>
                  <a:gs pos="0">
                    <a:schemeClr val="accent1">
                      <a:lumMod val="5000"/>
                      <a:lumOff val="95000"/>
                    </a:schemeClr>
                  </a:gs>
                  <a:gs pos="74000">
                    <a:schemeClr val="accent5">
                      <a:lumMod val="20000"/>
                      <a:lumOff val="80000"/>
                    </a:schemeClr>
                  </a:gs>
                  <a:gs pos="83000">
                    <a:schemeClr val="accent5">
                      <a:lumMod val="40000"/>
                      <a:lumOff val="60000"/>
                    </a:schemeClr>
                  </a:gs>
                  <a:gs pos="100000">
                    <a:schemeClr val="accent5">
                      <a:lumMod val="60000"/>
                      <a:lumOff val="40000"/>
                    </a:schemeClr>
                  </a:gs>
                </a:gsLst>
                <a:lin ang="0" scaled="1"/>
                <a:tileRect/>
              </a:gradFill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r"/>
                <a:endParaRPr lang="pt-BR" sz="1400" kern="600" dirty="0">
                  <a:solidFill>
                    <a:schemeClr val="tx1"/>
                  </a:solidFill>
                </a:endParaRPr>
              </a:p>
            </p:txBody>
          </p:sp>
        </p:grpSp>
      </p:grpSp>
      <p:grpSp>
        <p:nvGrpSpPr>
          <p:cNvPr id="1037" name="Grupo 1036"/>
          <p:cNvGrpSpPr/>
          <p:nvPr/>
        </p:nvGrpSpPr>
        <p:grpSpPr>
          <a:xfrm>
            <a:off x="152444" y="1386700"/>
            <a:ext cx="12699079" cy="1131983"/>
            <a:chOff x="152444" y="1386700"/>
            <a:chExt cx="12699079" cy="1131983"/>
          </a:xfrm>
        </p:grpSpPr>
        <p:grpSp>
          <p:nvGrpSpPr>
            <p:cNvPr id="21" name="Grupo 20"/>
            <p:cNvGrpSpPr/>
            <p:nvPr/>
          </p:nvGrpSpPr>
          <p:grpSpPr>
            <a:xfrm>
              <a:off x="489325" y="1386700"/>
              <a:ext cx="12362198" cy="794223"/>
              <a:chOff x="1383300" y="702713"/>
              <a:chExt cx="12362198" cy="794223"/>
            </a:xfrm>
          </p:grpSpPr>
          <p:grpSp>
            <p:nvGrpSpPr>
              <p:cNvPr id="43" name="Grupo 42"/>
              <p:cNvGrpSpPr/>
              <p:nvPr/>
            </p:nvGrpSpPr>
            <p:grpSpPr>
              <a:xfrm>
                <a:off x="1672055" y="702713"/>
                <a:ext cx="12073443" cy="504585"/>
                <a:chOff x="107950" y="2067338"/>
                <a:chExt cx="12073443" cy="504585"/>
              </a:xfrm>
            </p:grpSpPr>
            <p:grpSp>
              <p:nvGrpSpPr>
                <p:cNvPr id="44" name="Grupo 43"/>
                <p:cNvGrpSpPr/>
                <p:nvPr/>
              </p:nvGrpSpPr>
              <p:grpSpPr>
                <a:xfrm>
                  <a:off x="3875170" y="2067338"/>
                  <a:ext cx="8306223" cy="504585"/>
                  <a:chOff x="3708198" y="2067338"/>
                  <a:chExt cx="8306223" cy="504585"/>
                </a:xfrm>
              </p:grpSpPr>
              <p:pic>
                <p:nvPicPr>
                  <p:cNvPr id="47" name="Picture 2" descr="Resultado de imagem para espectro eletromagnético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5768" t="56878" r="1640" b="32843"/>
                  <a:stretch/>
                </p:blipFill>
                <p:spPr bwMode="auto">
                  <a:xfrm>
                    <a:off x="3708198" y="2067338"/>
                    <a:ext cx="8306223" cy="50458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48" name="CaixaDeTexto 47"/>
                  <p:cNvSpPr txBox="1"/>
                  <p:nvPr/>
                </p:nvSpPr>
                <p:spPr>
                  <a:xfrm>
                    <a:off x="3708198" y="2134964"/>
                    <a:ext cx="472560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pt-BR" dirty="0"/>
                  </a:p>
                </p:txBody>
              </p:sp>
            </p:grpSp>
            <p:sp>
              <p:nvSpPr>
                <p:cNvPr id="46" name="Retângulo 45"/>
                <p:cNvSpPr/>
                <p:nvPr/>
              </p:nvSpPr>
              <p:spPr>
                <a:xfrm>
                  <a:off x="107950" y="2167013"/>
                  <a:ext cx="3807879" cy="30523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5">
                        <a:lumMod val="20000"/>
                        <a:lumOff val="80000"/>
                      </a:schemeClr>
                    </a:gs>
                    <a:gs pos="83000">
                      <a:schemeClr val="accent5">
                        <a:lumMod val="40000"/>
                        <a:lumOff val="60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pt-BR" sz="1400" kern="6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0" name="Grupo 49"/>
              <p:cNvGrpSpPr/>
              <p:nvPr/>
            </p:nvGrpSpPr>
            <p:grpSpPr>
              <a:xfrm>
                <a:off x="1623929" y="751654"/>
                <a:ext cx="12073443" cy="504585"/>
                <a:chOff x="107950" y="2067338"/>
                <a:chExt cx="12073443" cy="504585"/>
              </a:xfrm>
            </p:grpSpPr>
            <p:grpSp>
              <p:nvGrpSpPr>
                <p:cNvPr id="51" name="Grupo 50"/>
                <p:cNvGrpSpPr/>
                <p:nvPr/>
              </p:nvGrpSpPr>
              <p:grpSpPr>
                <a:xfrm>
                  <a:off x="3875170" y="2067338"/>
                  <a:ext cx="8306223" cy="504585"/>
                  <a:chOff x="3708198" y="2067338"/>
                  <a:chExt cx="8306223" cy="504585"/>
                </a:xfrm>
              </p:grpSpPr>
              <p:pic>
                <p:nvPicPr>
                  <p:cNvPr id="53" name="Picture 2" descr="Resultado de imagem para espectro eletromagnético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5768" t="56878" r="1640" b="32843"/>
                  <a:stretch/>
                </p:blipFill>
                <p:spPr bwMode="auto">
                  <a:xfrm>
                    <a:off x="3708198" y="2067338"/>
                    <a:ext cx="8306223" cy="50458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54" name="CaixaDeTexto 53"/>
                  <p:cNvSpPr txBox="1"/>
                  <p:nvPr/>
                </p:nvSpPr>
                <p:spPr>
                  <a:xfrm>
                    <a:off x="3708198" y="2134964"/>
                    <a:ext cx="472560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pt-BR" dirty="0"/>
                  </a:p>
                </p:txBody>
              </p:sp>
            </p:grpSp>
            <p:sp>
              <p:nvSpPr>
                <p:cNvPr id="52" name="Retângulo 51"/>
                <p:cNvSpPr/>
                <p:nvPr/>
              </p:nvSpPr>
              <p:spPr>
                <a:xfrm>
                  <a:off x="107950" y="2167013"/>
                  <a:ext cx="3807879" cy="30523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5">
                        <a:lumMod val="20000"/>
                        <a:lumOff val="80000"/>
                      </a:schemeClr>
                    </a:gs>
                    <a:gs pos="83000">
                      <a:schemeClr val="accent5">
                        <a:lumMod val="40000"/>
                        <a:lumOff val="60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pt-BR" sz="1400" kern="6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55" name="Grupo 54"/>
              <p:cNvGrpSpPr/>
              <p:nvPr/>
            </p:nvGrpSpPr>
            <p:grpSpPr>
              <a:xfrm>
                <a:off x="1575803" y="800507"/>
                <a:ext cx="12073443" cy="504585"/>
                <a:chOff x="107950" y="2067338"/>
                <a:chExt cx="12073443" cy="504585"/>
              </a:xfrm>
            </p:grpSpPr>
            <p:grpSp>
              <p:nvGrpSpPr>
                <p:cNvPr id="56" name="Grupo 55"/>
                <p:cNvGrpSpPr/>
                <p:nvPr/>
              </p:nvGrpSpPr>
              <p:grpSpPr>
                <a:xfrm>
                  <a:off x="3875170" y="2067338"/>
                  <a:ext cx="8306223" cy="504585"/>
                  <a:chOff x="3708198" y="2067338"/>
                  <a:chExt cx="8306223" cy="504585"/>
                </a:xfrm>
              </p:grpSpPr>
              <p:pic>
                <p:nvPicPr>
                  <p:cNvPr id="58" name="Picture 2" descr="Resultado de imagem para espectro eletromagnético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5768" t="56878" r="1640" b="32843"/>
                  <a:stretch/>
                </p:blipFill>
                <p:spPr bwMode="auto">
                  <a:xfrm>
                    <a:off x="3708198" y="2067338"/>
                    <a:ext cx="8306223" cy="50458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59" name="CaixaDeTexto 58"/>
                  <p:cNvSpPr txBox="1"/>
                  <p:nvPr/>
                </p:nvSpPr>
                <p:spPr>
                  <a:xfrm>
                    <a:off x="3708198" y="2134964"/>
                    <a:ext cx="472560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pt-BR" dirty="0"/>
                  </a:p>
                </p:txBody>
              </p:sp>
            </p:grpSp>
            <p:sp>
              <p:nvSpPr>
                <p:cNvPr id="57" name="Retângulo 56"/>
                <p:cNvSpPr/>
                <p:nvPr/>
              </p:nvSpPr>
              <p:spPr>
                <a:xfrm>
                  <a:off x="107950" y="2167013"/>
                  <a:ext cx="3807879" cy="30523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5">
                        <a:lumMod val="20000"/>
                        <a:lumOff val="80000"/>
                      </a:schemeClr>
                    </a:gs>
                    <a:gs pos="83000">
                      <a:schemeClr val="accent5">
                        <a:lumMod val="40000"/>
                        <a:lumOff val="60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pt-BR" sz="1400" kern="6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0" name="Grupo 59"/>
              <p:cNvGrpSpPr/>
              <p:nvPr/>
            </p:nvGrpSpPr>
            <p:grpSpPr>
              <a:xfrm>
                <a:off x="1527677" y="846782"/>
                <a:ext cx="12073443" cy="504585"/>
                <a:chOff x="107950" y="2067338"/>
                <a:chExt cx="12073443" cy="504585"/>
              </a:xfrm>
            </p:grpSpPr>
            <p:grpSp>
              <p:nvGrpSpPr>
                <p:cNvPr id="61" name="Grupo 60"/>
                <p:cNvGrpSpPr/>
                <p:nvPr/>
              </p:nvGrpSpPr>
              <p:grpSpPr>
                <a:xfrm>
                  <a:off x="3875170" y="2067338"/>
                  <a:ext cx="8306223" cy="504585"/>
                  <a:chOff x="3708198" y="2067338"/>
                  <a:chExt cx="8306223" cy="504585"/>
                </a:xfrm>
              </p:grpSpPr>
              <p:pic>
                <p:nvPicPr>
                  <p:cNvPr id="63" name="Picture 2" descr="Resultado de imagem para espectro eletromagnético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5768" t="56878" r="1640" b="32843"/>
                  <a:stretch/>
                </p:blipFill>
                <p:spPr bwMode="auto">
                  <a:xfrm>
                    <a:off x="3708198" y="2067338"/>
                    <a:ext cx="8306223" cy="50458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64" name="CaixaDeTexto 63"/>
                  <p:cNvSpPr txBox="1"/>
                  <p:nvPr/>
                </p:nvSpPr>
                <p:spPr>
                  <a:xfrm>
                    <a:off x="3708198" y="2134964"/>
                    <a:ext cx="472560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pt-BR" dirty="0"/>
                  </a:p>
                </p:txBody>
              </p:sp>
            </p:grpSp>
            <p:sp>
              <p:nvSpPr>
                <p:cNvPr id="62" name="Retângulo 61"/>
                <p:cNvSpPr/>
                <p:nvPr/>
              </p:nvSpPr>
              <p:spPr>
                <a:xfrm>
                  <a:off x="107950" y="2167013"/>
                  <a:ext cx="3807879" cy="30523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5">
                        <a:lumMod val="20000"/>
                        <a:lumOff val="80000"/>
                      </a:schemeClr>
                    </a:gs>
                    <a:gs pos="83000">
                      <a:schemeClr val="accent5">
                        <a:lumMod val="40000"/>
                        <a:lumOff val="60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pt-BR" sz="1400" kern="6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65" name="Grupo 64"/>
              <p:cNvGrpSpPr/>
              <p:nvPr/>
            </p:nvGrpSpPr>
            <p:grpSpPr>
              <a:xfrm>
                <a:off x="1479552" y="895218"/>
                <a:ext cx="12073443" cy="504585"/>
                <a:chOff x="107950" y="2067338"/>
                <a:chExt cx="12073443" cy="504585"/>
              </a:xfrm>
            </p:grpSpPr>
            <p:grpSp>
              <p:nvGrpSpPr>
                <p:cNvPr id="66" name="Grupo 65"/>
                <p:cNvGrpSpPr/>
                <p:nvPr/>
              </p:nvGrpSpPr>
              <p:grpSpPr>
                <a:xfrm>
                  <a:off x="3875170" y="2067338"/>
                  <a:ext cx="8306223" cy="504585"/>
                  <a:chOff x="3708198" y="2067338"/>
                  <a:chExt cx="8306223" cy="504585"/>
                </a:xfrm>
              </p:grpSpPr>
              <p:pic>
                <p:nvPicPr>
                  <p:cNvPr id="68" name="Picture 2" descr="Resultado de imagem para espectro eletromagnético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5768" t="56878" r="1640" b="32843"/>
                  <a:stretch/>
                </p:blipFill>
                <p:spPr bwMode="auto">
                  <a:xfrm>
                    <a:off x="3708198" y="2067338"/>
                    <a:ext cx="8306223" cy="50458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69" name="CaixaDeTexto 68"/>
                  <p:cNvSpPr txBox="1"/>
                  <p:nvPr/>
                </p:nvSpPr>
                <p:spPr>
                  <a:xfrm>
                    <a:off x="3708198" y="2134964"/>
                    <a:ext cx="472560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pt-BR" dirty="0"/>
                  </a:p>
                </p:txBody>
              </p:sp>
            </p:grpSp>
            <p:sp>
              <p:nvSpPr>
                <p:cNvPr id="67" name="Retângulo 66"/>
                <p:cNvSpPr/>
                <p:nvPr/>
              </p:nvSpPr>
              <p:spPr>
                <a:xfrm>
                  <a:off x="107950" y="2167013"/>
                  <a:ext cx="3807879" cy="30523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5">
                        <a:lumMod val="20000"/>
                        <a:lumOff val="80000"/>
                      </a:schemeClr>
                    </a:gs>
                    <a:gs pos="83000">
                      <a:schemeClr val="accent5">
                        <a:lumMod val="40000"/>
                        <a:lumOff val="60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pt-BR" sz="1400" kern="6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70" name="Grupo 69"/>
              <p:cNvGrpSpPr/>
              <p:nvPr/>
            </p:nvGrpSpPr>
            <p:grpSpPr>
              <a:xfrm>
                <a:off x="1431426" y="943344"/>
                <a:ext cx="12073443" cy="504585"/>
                <a:chOff x="107950" y="2067338"/>
                <a:chExt cx="12073443" cy="504585"/>
              </a:xfrm>
            </p:grpSpPr>
            <p:grpSp>
              <p:nvGrpSpPr>
                <p:cNvPr id="71" name="Grupo 70"/>
                <p:cNvGrpSpPr/>
                <p:nvPr/>
              </p:nvGrpSpPr>
              <p:grpSpPr>
                <a:xfrm>
                  <a:off x="3875170" y="2067338"/>
                  <a:ext cx="8306223" cy="504585"/>
                  <a:chOff x="3708198" y="2067338"/>
                  <a:chExt cx="8306223" cy="504585"/>
                </a:xfrm>
              </p:grpSpPr>
              <p:pic>
                <p:nvPicPr>
                  <p:cNvPr id="73" name="Picture 2" descr="Resultado de imagem para espectro eletromagnético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5768" t="56878" r="1640" b="32843"/>
                  <a:stretch/>
                </p:blipFill>
                <p:spPr bwMode="auto">
                  <a:xfrm>
                    <a:off x="3708198" y="2067338"/>
                    <a:ext cx="8306223" cy="50458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74" name="CaixaDeTexto 73"/>
                  <p:cNvSpPr txBox="1"/>
                  <p:nvPr/>
                </p:nvSpPr>
                <p:spPr>
                  <a:xfrm>
                    <a:off x="3708198" y="2134964"/>
                    <a:ext cx="472560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pt-BR" dirty="0"/>
                  </a:p>
                </p:txBody>
              </p:sp>
            </p:grpSp>
            <p:sp>
              <p:nvSpPr>
                <p:cNvPr id="72" name="Retângulo 71"/>
                <p:cNvSpPr/>
                <p:nvPr/>
              </p:nvSpPr>
              <p:spPr>
                <a:xfrm>
                  <a:off x="107950" y="2167013"/>
                  <a:ext cx="3807879" cy="30523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5">
                        <a:lumMod val="20000"/>
                        <a:lumOff val="80000"/>
                      </a:schemeClr>
                    </a:gs>
                    <a:gs pos="83000">
                      <a:schemeClr val="accent5">
                        <a:lumMod val="40000"/>
                        <a:lumOff val="60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pt-BR" sz="1400" kern="6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75" name="Grupo 74"/>
              <p:cNvGrpSpPr/>
              <p:nvPr/>
            </p:nvGrpSpPr>
            <p:grpSpPr>
              <a:xfrm>
                <a:off x="1383300" y="992351"/>
                <a:ext cx="12073443" cy="504585"/>
                <a:chOff x="107950" y="2067338"/>
                <a:chExt cx="12073443" cy="504585"/>
              </a:xfrm>
            </p:grpSpPr>
            <p:grpSp>
              <p:nvGrpSpPr>
                <p:cNvPr id="76" name="Grupo 75"/>
                <p:cNvGrpSpPr/>
                <p:nvPr/>
              </p:nvGrpSpPr>
              <p:grpSpPr>
                <a:xfrm>
                  <a:off x="3875170" y="2067338"/>
                  <a:ext cx="8306223" cy="504585"/>
                  <a:chOff x="3708198" y="2067338"/>
                  <a:chExt cx="8306223" cy="504585"/>
                </a:xfrm>
              </p:grpSpPr>
              <p:pic>
                <p:nvPicPr>
                  <p:cNvPr id="78" name="Picture 2" descr="Resultado de imagem para espectro eletromagnético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5768" t="56878" r="1640" b="32843"/>
                  <a:stretch/>
                </p:blipFill>
                <p:spPr bwMode="auto">
                  <a:xfrm>
                    <a:off x="3708198" y="2067338"/>
                    <a:ext cx="8306223" cy="50458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79" name="CaixaDeTexto 78"/>
                  <p:cNvSpPr txBox="1"/>
                  <p:nvPr/>
                </p:nvSpPr>
                <p:spPr>
                  <a:xfrm>
                    <a:off x="3708198" y="2134964"/>
                    <a:ext cx="472560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pt-BR" dirty="0"/>
                  </a:p>
                </p:txBody>
              </p:sp>
            </p:grpSp>
            <p:sp>
              <p:nvSpPr>
                <p:cNvPr id="77" name="Retângulo 76"/>
                <p:cNvSpPr/>
                <p:nvPr/>
              </p:nvSpPr>
              <p:spPr>
                <a:xfrm>
                  <a:off x="107950" y="2167013"/>
                  <a:ext cx="3807879" cy="30523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5">
                        <a:lumMod val="20000"/>
                        <a:lumOff val="80000"/>
                      </a:schemeClr>
                    </a:gs>
                    <a:gs pos="83000">
                      <a:schemeClr val="accent5">
                        <a:lumMod val="40000"/>
                        <a:lumOff val="60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pt-BR" sz="1400" kern="6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  <p:grpSp>
          <p:nvGrpSpPr>
            <p:cNvPr id="80" name="Grupo 79"/>
            <p:cNvGrpSpPr/>
            <p:nvPr/>
          </p:nvGrpSpPr>
          <p:grpSpPr>
            <a:xfrm>
              <a:off x="152444" y="1724460"/>
              <a:ext cx="12362198" cy="794223"/>
              <a:chOff x="1383300" y="702713"/>
              <a:chExt cx="12362198" cy="794223"/>
            </a:xfrm>
          </p:grpSpPr>
          <p:grpSp>
            <p:nvGrpSpPr>
              <p:cNvPr id="81" name="Grupo 80"/>
              <p:cNvGrpSpPr/>
              <p:nvPr/>
            </p:nvGrpSpPr>
            <p:grpSpPr>
              <a:xfrm>
                <a:off x="1672055" y="702713"/>
                <a:ext cx="12073443" cy="504585"/>
                <a:chOff x="107950" y="2067338"/>
                <a:chExt cx="12073443" cy="504585"/>
              </a:xfrm>
            </p:grpSpPr>
            <p:grpSp>
              <p:nvGrpSpPr>
                <p:cNvPr id="112" name="Grupo 111"/>
                <p:cNvGrpSpPr/>
                <p:nvPr/>
              </p:nvGrpSpPr>
              <p:grpSpPr>
                <a:xfrm>
                  <a:off x="3875170" y="2067338"/>
                  <a:ext cx="8306223" cy="504585"/>
                  <a:chOff x="3708198" y="2067338"/>
                  <a:chExt cx="8306223" cy="504585"/>
                </a:xfrm>
              </p:grpSpPr>
              <p:pic>
                <p:nvPicPr>
                  <p:cNvPr id="114" name="Picture 2" descr="Resultado de imagem para espectro eletromagnético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5768" t="56878" r="1640" b="32843"/>
                  <a:stretch/>
                </p:blipFill>
                <p:spPr bwMode="auto">
                  <a:xfrm>
                    <a:off x="3708198" y="2067338"/>
                    <a:ext cx="8306223" cy="50458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115" name="CaixaDeTexto 114"/>
                  <p:cNvSpPr txBox="1"/>
                  <p:nvPr/>
                </p:nvSpPr>
                <p:spPr>
                  <a:xfrm>
                    <a:off x="3708198" y="2134964"/>
                    <a:ext cx="472560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pt-BR" dirty="0"/>
                  </a:p>
                </p:txBody>
              </p:sp>
            </p:grpSp>
            <p:sp>
              <p:nvSpPr>
                <p:cNvPr id="113" name="Retângulo 112"/>
                <p:cNvSpPr/>
                <p:nvPr/>
              </p:nvSpPr>
              <p:spPr>
                <a:xfrm>
                  <a:off x="107950" y="2167013"/>
                  <a:ext cx="3807879" cy="30523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5">
                        <a:lumMod val="20000"/>
                        <a:lumOff val="80000"/>
                      </a:schemeClr>
                    </a:gs>
                    <a:gs pos="83000">
                      <a:schemeClr val="accent5">
                        <a:lumMod val="40000"/>
                        <a:lumOff val="60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pt-BR" sz="1400" kern="6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2" name="Grupo 81"/>
              <p:cNvGrpSpPr/>
              <p:nvPr/>
            </p:nvGrpSpPr>
            <p:grpSpPr>
              <a:xfrm>
                <a:off x="1623929" y="751654"/>
                <a:ext cx="12073443" cy="504585"/>
                <a:chOff x="107950" y="2067338"/>
                <a:chExt cx="12073443" cy="504585"/>
              </a:xfrm>
            </p:grpSpPr>
            <p:grpSp>
              <p:nvGrpSpPr>
                <p:cNvPr id="108" name="Grupo 107"/>
                <p:cNvGrpSpPr/>
                <p:nvPr/>
              </p:nvGrpSpPr>
              <p:grpSpPr>
                <a:xfrm>
                  <a:off x="3875170" y="2067338"/>
                  <a:ext cx="8306223" cy="504585"/>
                  <a:chOff x="3708198" y="2067338"/>
                  <a:chExt cx="8306223" cy="504585"/>
                </a:xfrm>
              </p:grpSpPr>
              <p:pic>
                <p:nvPicPr>
                  <p:cNvPr id="110" name="Picture 2" descr="Resultado de imagem para espectro eletromagnético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5768" t="56878" r="1640" b="32843"/>
                  <a:stretch/>
                </p:blipFill>
                <p:spPr bwMode="auto">
                  <a:xfrm>
                    <a:off x="3708198" y="2067338"/>
                    <a:ext cx="8306223" cy="50458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111" name="CaixaDeTexto 110"/>
                  <p:cNvSpPr txBox="1"/>
                  <p:nvPr/>
                </p:nvSpPr>
                <p:spPr>
                  <a:xfrm>
                    <a:off x="3708198" y="2134964"/>
                    <a:ext cx="472560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pt-BR" dirty="0"/>
                  </a:p>
                </p:txBody>
              </p:sp>
            </p:grpSp>
            <p:sp>
              <p:nvSpPr>
                <p:cNvPr id="109" name="Retângulo 108"/>
                <p:cNvSpPr/>
                <p:nvPr/>
              </p:nvSpPr>
              <p:spPr>
                <a:xfrm>
                  <a:off x="107950" y="2167013"/>
                  <a:ext cx="3807879" cy="30523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5">
                        <a:lumMod val="20000"/>
                        <a:lumOff val="80000"/>
                      </a:schemeClr>
                    </a:gs>
                    <a:gs pos="83000">
                      <a:schemeClr val="accent5">
                        <a:lumMod val="40000"/>
                        <a:lumOff val="60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pt-BR" sz="1400" kern="6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3" name="Grupo 82"/>
              <p:cNvGrpSpPr/>
              <p:nvPr/>
            </p:nvGrpSpPr>
            <p:grpSpPr>
              <a:xfrm>
                <a:off x="1575803" y="800507"/>
                <a:ext cx="12073443" cy="504585"/>
                <a:chOff x="107950" y="2067338"/>
                <a:chExt cx="12073443" cy="504585"/>
              </a:xfrm>
            </p:grpSpPr>
            <p:grpSp>
              <p:nvGrpSpPr>
                <p:cNvPr id="104" name="Grupo 103"/>
                <p:cNvGrpSpPr/>
                <p:nvPr/>
              </p:nvGrpSpPr>
              <p:grpSpPr>
                <a:xfrm>
                  <a:off x="3875170" y="2067338"/>
                  <a:ext cx="8306223" cy="504585"/>
                  <a:chOff x="3708198" y="2067338"/>
                  <a:chExt cx="8306223" cy="504585"/>
                </a:xfrm>
              </p:grpSpPr>
              <p:pic>
                <p:nvPicPr>
                  <p:cNvPr id="106" name="Picture 2" descr="Resultado de imagem para espectro eletromagnético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5768" t="56878" r="1640" b="32843"/>
                  <a:stretch/>
                </p:blipFill>
                <p:spPr bwMode="auto">
                  <a:xfrm>
                    <a:off x="3708198" y="2067338"/>
                    <a:ext cx="8306223" cy="50458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107" name="CaixaDeTexto 106"/>
                  <p:cNvSpPr txBox="1"/>
                  <p:nvPr/>
                </p:nvSpPr>
                <p:spPr>
                  <a:xfrm>
                    <a:off x="3708198" y="2134964"/>
                    <a:ext cx="472560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pt-BR" dirty="0"/>
                  </a:p>
                </p:txBody>
              </p:sp>
            </p:grpSp>
            <p:sp>
              <p:nvSpPr>
                <p:cNvPr id="105" name="Retângulo 104"/>
                <p:cNvSpPr/>
                <p:nvPr/>
              </p:nvSpPr>
              <p:spPr>
                <a:xfrm>
                  <a:off x="107950" y="2167013"/>
                  <a:ext cx="3807879" cy="30523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5">
                        <a:lumMod val="20000"/>
                        <a:lumOff val="80000"/>
                      </a:schemeClr>
                    </a:gs>
                    <a:gs pos="83000">
                      <a:schemeClr val="accent5">
                        <a:lumMod val="40000"/>
                        <a:lumOff val="60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pt-BR" sz="1400" kern="6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4" name="Grupo 83"/>
              <p:cNvGrpSpPr/>
              <p:nvPr/>
            </p:nvGrpSpPr>
            <p:grpSpPr>
              <a:xfrm>
                <a:off x="1527677" y="846782"/>
                <a:ext cx="12073443" cy="504585"/>
                <a:chOff x="107950" y="2067338"/>
                <a:chExt cx="12073443" cy="504585"/>
              </a:xfrm>
            </p:grpSpPr>
            <p:grpSp>
              <p:nvGrpSpPr>
                <p:cNvPr id="100" name="Grupo 99"/>
                <p:cNvGrpSpPr/>
                <p:nvPr/>
              </p:nvGrpSpPr>
              <p:grpSpPr>
                <a:xfrm>
                  <a:off x="3875170" y="2067338"/>
                  <a:ext cx="8306223" cy="504585"/>
                  <a:chOff x="3708198" y="2067338"/>
                  <a:chExt cx="8306223" cy="504585"/>
                </a:xfrm>
              </p:grpSpPr>
              <p:pic>
                <p:nvPicPr>
                  <p:cNvPr id="102" name="Picture 2" descr="Resultado de imagem para espectro eletromagnético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5768" t="56878" r="1640" b="32843"/>
                  <a:stretch/>
                </p:blipFill>
                <p:spPr bwMode="auto">
                  <a:xfrm>
                    <a:off x="3708198" y="2067338"/>
                    <a:ext cx="8306223" cy="50458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103" name="CaixaDeTexto 102"/>
                  <p:cNvSpPr txBox="1"/>
                  <p:nvPr/>
                </p:nvSpPr>
                <p:spPr>
                  <a:xfrm>
                    <a:off x="3708198" y="2134964"/>
                    <a:ext cx="472560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pt-BR" dirty="0"/>
                  </a:p>
                </p:txBody>
              </p:sp>
            </p:grpSp>
            <p:sp>
              <p:nvSpPr>
                <p:cNvPr id="101" name="Retângulo 100"/>
                <p:cNvSpPr/>
                <p:nvPr/>
              </p:nvSpPr>
              <p:spPr>
                <a:xfrm>
                  <a:off x="107950" y="2167013"/>
                  <a:ext cx="3807879" cy="30523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5">
                        <a:lumMod val="20000"/>
                        <a:lumOff val="80000"/>
                      </a:schemeClr>
                    </a:gs>
                    <a:gs pos="83000">
                      <a:schemeClr val="accent5">
                        <a:lumMod val="40000"/>
                        <a:lumOff val="60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pt-BR" sz="1400" kern="6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5" name="Grupo 84"/>
              <p:cNvGrpSpPr/>
              <p:nvPr/>
            </p:nvGrpSpPr>
            <p:grpSpPr>
              <a:xfrm>
                <a:off x="1479552" y="895218"/>
                <a:ext cx="12073443" cy="504585"/>
                <a:chOff x="107950" y="2067338"/>
                <a:chExt cx="12073443" cy="504585"/>
              </a:xfrm>
            </p:grpSpPr>
            <p:grpSp>
              <p:nvGrpSpPr>
                <p:cNvPr id="96" name="Grupo 95"/>
                <p:cNvGrpSpPr/>
                <p:nvPr/>
              </p:nvGrpSpPr>
              <p:grpSpPr>
                <a:xfrm>
                  <a:off x="3875170" y="2067338"/>
                  <a:ext cx="8306223" cy="504585"/>
                  <a:chOff x="3708198" y="2067338"/>
                  <a:chExt cx="8306223" cy="504585"/>
                </a:xfrm>
              </p:grpSpPr>
              <p:pic>
                <p:nvPicPr>
                  <p:cNvPr id="98" name="Picture 2" descr="Resultado de imagem para espectro eletromagnético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5768" t="56878" r="1640" b="32843"/>
                  <a:stretch/>
                </p:blipFill>
                <p:spPr bwMode="auto">
                  <a:xfrm>
                    <a:off x="3708198" y="2067338"/>
                    <a:ext cx="8306223" cy="50458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99" name="CaixaDeTexto 98"/>
                  <p:cNvSpPr txBox="1"/>
                  <p:nvPr/>
                </p:nvSpPr>
                <p:spPr>
                  <a:xfrm>
                    <a:off x="3708198" y="2134964"/>
                    <a:ext cx="472560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pt-BR" dirty="0"/>
                  </a:p>
                </p:txBody>
              </p:sp>
            </p:grpSp>
            <p:sp>
              <p:nvSpPr>
                <p:cNvPr id="97" name="Retângulo 96"/>
                <p:cNvSpPr/>
                <p:nvPr/>
              </p:nvSpPr>
              <p:spPr>
                <a:xfrm>
                  <a:off x="107950" y="2167013"/>
                  <a:ext cx="3807879" cy="30523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5">
                        <a:lumMod val="20000"/>
                        <a:lumOff val="80000"/>
                      </a:schemeClr>
                    </a:gs>
                    <a:gs pos="83000">
                      <a:schemeClr val="accent5">
                        <a:lumMod val="40000"/>
                        <a:lumOff val="60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pt-BR" sz="1400" kern="6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6" name="Grupo 85"/>
              <p:cNvGrpSpPr/>
              <p:nvPr/>
            </p:nvGrpSpPr>
            <p:grpSpPr>
              <a:xfrm>
                <a:off x="1431426" y="943344"/>
                <a:ext cx="12073443" cy="504585"/>
                <a:chOff x="107950" y="2067338"/>
                <a:chExt cx="12073443" cy="504585"/>
              </a:xfrm>
            </p:grpSpPr>
            <p:grpSp>
              <p:nvGrpSpPr>
                <p:cNvPr id="92" name="Grupo 91"/>
                <p:cNvGrpSpPr/>
                <p:nvPr/>
              </p:nvGrpSpPr>
              <p:grpSpPr>
                <a:xfrm>
                  <a:off x="3875170" y="2067338"/>
                  <a:ext cx="8306223" cy="504585"/>
                  <a:chOff x="3708198" y="2067338"/>
                  <a:chExt cx="8306223" cy="504585"/>
                </a:xfrm>
              </p:grpSpPr>
              <p:pic>
                <p:nvPicPr>
                  <p:cNvPr id="94" name="Picture 2" descr="Resultado de imagem para espectro eletromagnético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5768" t="56878" r="1640" b="32843"/>
                  <a:stretch/>
                </p:blipFill>
                <p:spPr bwMode="auto">
                  <a:xfrm>
                    <a:off x="3708198" y="2067338"/>
                    <a:ext cx="8306223" cy="50458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95" name="CaixaDeTexto 94"/>
                  <p:cNvSpPr txBox="1"/>
                  <p:nvPr/>
                </p:nvSpPr>
                <p:spPr>
                  <a:xfrm>
                    <a:off x="3708198" y="2134964"/>
                    <a:ext cx="472560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pt-BR" dirty="0"/>
                  </a:p>
                </p:txBody>
              </p:sp>
            </p:grpSp>
            <p:sp>
              <p:nvSpPr>
                <p:cNvPr id="93" name="Retângulo 92"/>
                <p:cNvSpPr/>
                <p:nvPr/>
              </p:nvSpPr>
              <p:spPr>
                <a:xfrm>
                  <a:off x="107950" y="2167013"/>
                  <a:ext cx="3807879" cy="30523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5">
                        <a:lumMod val="20000"/>
                        <a:lumOff val="80000"/>
                      </a:schemeClr>
                    </a:gs>
                    <a:gs pos="83000">
                      <a:schemeClr val="accent5">
                        <a:lumMod val="40000"/>
                        <a:lumOff val="60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pt-BR" sz="1400" kern="600" dirty="0">
                    <a:solidFill>
                      <a:schemeClr val="tx1"/>
                    </a:solidFill>
                  </a:endParaRPr>
                </a:p>
              </p:txBody>
            </p:sp>
          </p:grpSp>
          <p:grpSp>
            <p:nvGrpSpPr>
              <p:cNvPr id="87" name="Grupo 86"/>
              <p:cNvGrpSpPr/>
              <p:nvPr/>
            </p:nvGrpSpPr>
            <p:grpSpPr>
              <a:xfrm>
                <a:off x="1383300" y="992351"/>
                <a:ext cx="12073443" cy="504585"/>
                <a:chOff x="107950" y="2067338"/>
                <a:chExt cx="12073443" cy="504585"/>
              </a:xfrm>
            </p:grpSpPr>
            <p:grpSp>
              <p:nvGrpSpPr>
                <p:cNvPr id="88" name="Grupo 87"/>
                <p:cNvGrpSpPr/>
                <p:nvPr/>
              </p:nvGrpSpPr>
              <p:grpSpPr>
                <a:xfrm>
                  <a:off x="3875170" y="2067338"/>
                  <a:ext cx="8306223" cy="504585"/>
                  <a:chOff x="3708198" y="2067338"/>
                  <a:chExt cx="8306223" cy="504585"/>
                </a:xfrm>
              </p:grpSpPr>
              <p:pic>
                <p:nvPicPr>
                  <p:cNvPr id="90" name="Picture 2" descr="Resultado de imagem para espectro eletromagnético"/>
                  <p:cNvPicPr>
                    <a:picLocks noChangeAspect="1" noChangeArrowheads="1"/>
                  </p:cNvPicPr>
                  <p:nvPr/>
                </p:nvPicPr>
                <p:blipFill rotWithShape="1">
                  <a:blip r:embed="rId2"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 l="15768" t="56878" r="1640" b="32843"/>
                  <a:stretch/>
                </p:blipFill>
                <p:spPr bwMode="auto">
                  <a:xfrm>
                    <a:off x="3708198" y="2067338"/>
                    <a:ext cx="8306223" cy="504585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sp>
                <p:nvSpPr>
                  <p:cNvPr id="91" name="CaixaDeTexto 90"/>
                  <p:cNvSpPr txBox="1"/>
                  <p:nvPr/>
                </p:nvSpPr>
                <p:spPr>
                  <a:xfrm>
                    <a:off x="3708198" y="2134964"/>
                    <a:ext cx="4725606" cy="369332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pPr algn="ctr"/>
                    <a:endParaRPr lang="pt-BR" dirty="0"/>
                  </a:p>
                </p:txBody>
              </p:sp>
            </p:grpSp>
            <p:sp>
              <p:nvSpPr>
                <p:cNvPr id="89" name="Retângulo 88"/>
                <p:cNvSpPr/>
                <p:nvPr/>
              </p:nvSpPr>
              <p:spPr>
                <a:xfrm>
                  <a:off x="107950" y="2167013"/>
                  <a:ext cx="3807879" cy="305233"/>
                </a:xfrm>
                <a:prstGeom prst="rect">
                  <a:avLst/>
                </a:prstGeom>
                <a:gradFill flip="none" rotWithShape="1">
                  <a:gsLst>
                    <a:gs pos="0">
                      <a:schemeClr val="accent1">
                        <a:lumMod val="5000"/>
                        <a:lumOff val="95000"/>
                      </a:schemeClr>
                    </a:gs>
                    <a:gs pos="74000">
                      <a:schemeClr val="accent5">
                        <a:lumMod val="20000"/>
                        <a:lumOff val="80000"/>
                      </a:schemeClr>
                    </a:gs>
                    <a:gs pos="83000">
                      <a:schemeClr val="accent5">
                        <a:lumMod val="40000"/>
                        <a:lumOff val="60000"/>
                      </a:schemeClr>
                    </a:gs>
                    <a:gs pos="100000">
                      <a:schemeClr val="accent5">
                        <a:lumMod val="60000"/>
                        <a:lumOff val="40000"/>
                      </a:schemeClr>
                    </a:gs>
                  </a:gsLst>
                  <a:lin ang="0" scaled="1"/>
                  <a:tileRect/>
                </a:gradFill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r"/>
                  <a:endParaRPr lang="pt-BR" sz="1400" kern="600" dirty="0">
                    <a:solidFill>
                      <a:schemeClr val="tx1"/>
                    </a:solidFill>
                  </a:endParaRPr>
                </a:p>
              </p:txBody>
            </p:sp>
          </p:grpSp>
        </p:grpSp>
      </p:grpSp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39285" y="96663"/>
            <a:ext cx="4213512" cy="537653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Universo Espectral:</a:t>
            </a:r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289" t="11942" r="8058" b="4812"/>
          <a:stretch/>
        </p:blipFill>
        <p:spPr>
          <a:xfrm>
            <a:off x="2560283" y="3479766"/>
            <a:ext cx="4911818" cy="3498696"/>
          </a:xfrm>
          <a:prstGeom prst="rect">
            <a:avLst/>
          </a:prstGeom>
        </p:spPr>
      </p:pic>
      <p:grpSp>
        <p:nvGrpSpPr>
          <p:cNvPr id="1038" name="Grupo 1037"/>
          <p:cNvGrpSpPr/>
          <p:nvPr/>
        </p:nvGrpSpPr>
        <p:grpSpPr>
          <a:xfrm>
            <a:off x="107950" y="2067338"/>
            <a:ext cx="12073443" cy="504585"/>
            <a:chOff x="107950" y="2067338"/>
            <a:chExt cx="12073443" cy="504585"/>
          </a:xfrm>
        </p:grpSpPr>
        <p:grpSp>
          <p:nvGrpSpPr>
            <p:cNvPr id="5" name="Grupo 4"/>
            <p:cNvGrpSpPr/>
            <p:nvPr/>
          </p:nvGrpSpPr>
          <p:grpSpPr>
            <a:xfrm>
              <a:off x="3875170" y="2067338"/>
              <a:ext cx="8306223" cy="504585"/>
              <a:chOff x="3708198" y="2067338"/>
              <a:chExt cx="8306223" cy="504585"/>
            </a:xfrm>
          </p:grpSpPr>
          <p:pic>
            <p:nvPicPr>
              <p:cNvPr id="1026" name="Picture 2" descr="Resultado de imagem para espectro eletromagnético"/>
              <p:cNvPicPr>
                <a:picLocks noChangeAspect="1" noChangeArrowheads="1"/>
              </p:cNvPicPr>
              <p:nvPr/>
            </p:nvPicPr>
            <p:blipFill rotWithShape="1">
              <a:blip r:embed="rId2"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 l="15768" t="56878" r="1640" b="32843"/>
              <a:stretch/>
            </p:blipFill>
            <p:spPr bwMode="auto">
              <a:xfrm>
                <a:off x="3708198" y="2067338"/>
                <a:ext cx="8306223" cy="504585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sp>
            <p:nvSpPr>
              <p:cNvPr id="4" name="CaixaDeTexto 3"/>
              <p:cNvSpPr txBox="1"/>
              <p:nvPr/>
            </p:nvSpPr>
            <p:spPr>
              <a:xfrm>
                <a:off x="3708198" y="2134964"/>
                <a:ext cx="4725606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pt-BR" dirty="0" smtClean="0"/>
                  <a:t>---------------------- Visível ----------------------</a:t>
                </a:r>
                <a:endParaRPr lang="pt-BR" dirty="0"/>
              </a:p>
            </p:txBody>
          </p:sp>
          <p:sp>
            <p:nvSpPr>
              <p:cNvPr id="6" name="CaixaDeTexto 5"/>
              <p:cNvSpPr txBox="1"/>
              <p:nvPr/>
            </p:nvSpPr>
            <p:spPr>
              <a:xfrm>
                <a:off x="8489463" y="2134964"/>
                <a:ext cx="3524958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pt-BR" dirty="0" smtClean="0"/>
                  <a:t>UV        RX          RG           RC</a:t>
                </a:r>
                <a:endParaRPr lang="pt-BR" dirty="0"/>
              </a:p>
            </p:txBody>
          </p:sp>
        </p:grpSp>
        <p:sp>
          <p:nvSpPr>
            <p:cNvPr id="7" name="Retângulo 6"/>
            <p:cNvSpPr/>
            <p:nvPr/>
          </p:nvSpPr>
          <p:spPr>
            <a:xfrm>
              <a:off x="107950" y="2167013"/>
              <a:ext cx="3807879" cy="305233"/>
            </a:xfrm>
            <a:prstGeom prst="rect">
              <a:avLst/>
            </a:prstGeom>
            <a:gradFill flip="none" rotWithShape="1">
              <a:gsLst>
                <a:gs pos="0">
                  <a:schemeClr val="accent1">
                    <a:lumMod val="5000"/>
                    <a:lumOff val="95000"/>
                  </a:schemeClr>
                </a:gs>
                <a:gs pos="74000">
                  <a:schemeClr val="accent5">
                    <a:lumMod val="20000"/>
                    <a:lumOff val="80000"/>
                  </a:schemeClr>
                </a:gs>
                <a:gs pos="83000">
                  <a:schemeClr val="accent5">
                    <a:lumMod val="40000"/>
                    <a:lumOff val="6000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0" scaled="1"/>
              <a:tileRect/>
            </a:gradFill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pt-BR" sz="1400" kern="600" dirty="0" err="1" smtClean="0">
                  <a:solidFill>
                    <a:schemeClr val="tx1"/>
                  </a:solidFill>
                </a:rPr>
                <a:t>ISom</a:t>
              </a:r>
              <a:r>
                <a:rPr lang="pt-BR" sz="1400" kern="600" dirty="0" smtClean="0">
                  <a:solidFill>
                    <a:schemeClr val="tx1"/>
                  </a:solidFill>
                </a:rPr>
                <a:t>   Som    </a:t>
              </a:r>
              <a:r>
                <a:rPr lang="pt-BR" sz="1400" kern="600" dirty="0" err="1" smtClean="0">
                  <a:solidFill>
                    <a:schemeClr val="tx1"/>
                  </a:solidFill>
                </a:rPr>
                <a:t>Usom</a:t>
              </a:r>
              <a:r>
                <a:rPr lang="pt-BR" sz="1400" kern="600" dirty="0" smtClean="0">
                  <a:solidFill>
                    <a:schemeClr val="tx1"/>
                  </a:solidFill>
                </a:rPr>
                <a:t> AM OC TV FM Radar µO IV</a:t>
              </a:r>
              <a:endParaRPr lang="pt-BR" sz="1400" kern="600" dirty="0">
                <a:solidFill>
                  <a:schemeClr val="tx1"/>
                </a:solidFill>
              </a:endParaRPr>
            </a:p>
          </p:txBody>
        </p:sp>
      </p:grpSp>
      <p:sp>
        <p:nvSpPr>
          <p:cNvPr id="10" name="Chave esquerda 9"/>
          <p:cNvSpPr/>
          <p:nvPr/>
        </p:nvSpPr>
        <p:spPr>
          <a:xfrm rot="16200000">
            <a:off x="6079233" y="440186"/>
            <a:ext cx="285671" cy="4525370"/>
          </a:xfrm>
          <a:prstGeom prst="leftBrace">
            <a:avLst>
              <a:gd name="adj1" fmla="val 42611"/>
              <a:gd name="adj2" fmla="val 50413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1" name="CaixaDeTexto 10"/>
          <p:cNvSpPr txBox="1"/>
          <p:nvPr/>
        </p:nvSpPr>
        <p:spPr>
          <a:xfrm rot="16200000">
            <a:off x="5599899" y="2731830"/>
            <a:ext cx="124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Visão</a:t>
            </a:r>
            <a:endParaRPr lang="pt-BR" dirty="0"/>
          </a:p>
        </p:txBody>
      </p:sp>
      <p:sp>
        <p:nvSpPr>
          <p:cNvPr id="14" name="CaixaDeTexto 13"/>
          <p:cNvSpPr txBox="1"/>
          <p:nvPr/>
        </p:nvSpPr>
        <p:spPr>
          <a:xfrm rot="16200000">
            <a:off x="7962700" y="2641596"/>
            <a:ext cx="124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Paladar?</a:t>
            </a:r>
            <a:endParaRPr lang="pt-BR" dirty="0"/>
          </a:p>
        </p:txBody>
      </p:sp>
      <p:sp>
        <p:nvSpPr>
          <p:cNvPr id="15" name="CaixaDeTexto 14"/>
          <p:cNvSpPr txBox="1"/>
          <p:nvPr/>
        </p:nvSpPr>
        <p:spPr>
          <a:xfrm rot="16200000">
            <a:off x="8210083" y="2626218"/>
            <a:ext cx="124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Olfato?</a:t>
            </a:r>
            <a:endParaRPr lang="pt-BR" dirty="0"/>
          </a:p>
        </p:txBody>
      </p:sp>
      <p:sp>
        <p:nvSpPr>
          <p:cNvPr id="16" name="CaixaDeTexto 15"/>
          <p:cNvSpPr txBox="1"/>
          <p:nvPr/>
        </p:nvSpPr>
        <p:spPr>
          <a:xfrm rot="16200000">
            <a:off x="246966" y="2909749"/>
            <a:ext cx="124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Audição</a:t>
            </a:r>
            <a:endParaRPr lang="pt-BR" dirty="0"/>
          </a:p>
        </p:txBody>
      </p:sp>
      <p:sp>
        <p:nvSpPr>
          <p:cNvPr id="17" name="Chave esquerda 16"/>
          <p:cNvSpPr/>
          <p:nvPr/>
        </p:nvSpPr>
        <p:spPr>
          <a:xfrm rot="16200000">
            <a:off x="760294" y="2415836"/>
            <a:ext cx="285671" cy="461015"/>
          </a:xfrm>
          <a:prstGeom prst="leftBrace">
            <a:avLst>
              <a:gd name="adj1" fmla="val 42611"/>
              <a:gd name="adj2" fmla="val 50413"/>
            </a:avLst>
          </a:prstGeom>
          <a:ln w="381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18" name="CaixaDeTexto 17"/>
          <p:cNvSpPr txBox="1"/>
          <p:nvPr/>
        </p:nvSpPr>
        <p:spPr>
          <a:xfrm rot="16200000">
            <a:off x="-378586" y="3013351"/>
            <a:ext cx="175677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Propriocepção</a:t>
            </a:r>
            <a:endParaRPr lang="pt-BR" dirty="0"/>
          </a:p>
        </p:txBody>
      </p:sp>
      <p:sp>
        <p:nvSpPr>
          <p:cNvPr id="19" name="CaixaDeTexto 18"/>
          <p:cNvSpPr txBox="1"/>
          <p:nvPr/>
        </p:nvSpPr>
        <p:spPr>
          <a:xfrm rot="16200000">
            <a:off x="-318880" y="2318842"/>
            <a:ext cx="124433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Tato</a:t>
            </a:r>
            <a:endParaRPr lang="pt-BR" dirty="0"/>
          </a:p>
        </p:txBody>
      </p:sp>
      <p:sp>
        <p:nvSpPr>
          <p:cNvPr id="12" name="CaixaDeTexto 11"/>
          <p:cNvSpPr txBox="1"/>
          <p:nvPr/>
        </p:nvSpPr>
        <p:spPr>
          <a:xfrm>
            <a:off x="1971588" y="2547555"/>
            <a:ext cx="188650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400" dirty="0" smtClean="0"/>
              <a:t>T Fourier</a:t>
            </a:r>
          </a:p>
          <a:p>
            <a:r>
              <a:rPr lang="pt-BR" sz="1400" dirty="0" smtClean="0"/>
              <a:t>(espaço)</a:t>
            </a:r>
          </a:p>
          <a:p>
            <a:r>
              <a:rPr lang="pt-BR" sz="1400" dirty="0" smtClean="0"/>
              <a:t>T </a:t>
            </a:r>
            <a:r>
              <a:rPr lang="pt-BR" sz="1400" dirty="0" err="1" smtClean="0"/>
              <a:t>Wavelet</a:t>
            </a:r>
            <a:endParaRPr lang="pt-BR" sz="1400" dirty="0" smtClean="0"/>
          </a:p>
          <a:p>
            <a:r>
              <a:rPr lang="pt-BR" sz="1400" dirty="0" smtClean="0"/>
              <a:t>(espaço/</a:t>
            </a:r>
            <a:r>
              <a:rPr lang="pt-BR" sz="1400" b="1" dirty="0" smtClean="0">
                <a:solidFill>
                  <a:srgbClr val="FF0000"/>
                </a:solidFill>
              </a:rPr>
              <a:t>tempo</a:t>
            </a:r>
            <a:r>
              <a:rPr lang="pt-BR" sz="1400" dirty="0" smtClean="0"/>
              <a:t>)</a:t>
            </a:r>
            <a:endParaRPr lang="pt-BR" sz="1400" dirty="0"/>
          </a:p>
        </p:txBody>
      </p:sp>
      <p:cxnSp>
        <p:nvCxnSpPr>
          <p:cNvPr id="20" name="Conector de seta reta 19"/>
          <p:cNvCxnSpPr>
            <a:stCxn id="11" idx="1"/>
          </p:cNvCxnSpPr>
          <p:nvPr/>
        </p:nvCxnSpPr>
        <p:spPr>
          <a:xfrm>
            <a:off x="6222068" y="3538665"/>
            <a:ext cx="301280" cy="1348583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Conector de seta reta 22"/>
          <p:cNvCxnSpPr/>
          <p:nvPr/>
        </p:nvCxnSpPr>
        <p:spPr>
          <a:xfrm flipH="1">
            <a:off x="4715586" y="3264881"/>
            <a:ext cx="3769168" cy="128994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ector de seta reta 24"/>
          <p:cNvCxnSpPr>
            <a:stCxn id="15" idx="1"/>
          </p:cNvCxnSpPr>
          <p:nvPr/>
        </p:nvCxnSpPr>
        <p:spPr>
          <a:xfrm flipH="1">
            <a:off x="4052099" y="3433053"/>
            <a:ext cx="4780153" cy="145419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ector de seta reta 26"/>
          <p:cNvCxnSpPr/>
          <p:nvPr/>
        </p:nvCxnSpPr>
        <p:spPr>
          <a:xfrm>
            <a:off x="910391" y="3656800"/>
            <a:ext cx="4315463" cy="830359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ector de seta reta 28"/>
          <p:cNvCxnSpPr/>
          <p:nvPr/>
        </p:nvCxnSpPr>
        <p:spPr>
          <a:xfrm flipV="1">
            <a:off x="530204" y="3865816"/>
            <a:ext cx="4597977" cy="156001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Conector de seta reta 40"/>
          <p:cNvCxnSpPr/>
          <p:nvPr/>
        </p:nvCxnSpPr>
        <p:spPr>
          <a:xfrm flipV="1">
            <a:off x="2011889" y="4636391"/>
            <a:ext cx="2774796" cy="95465"/>
          </a:xfrm>
          <a:prstGeom prst="straightConnector1">
            <a:avLst/>
          </a:prstGeom>
          <a:ln w="19050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" name="Picture 2" descr="Resultado de imagem para olho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2279"/>
          <a:stretch/>
        </p:blipFill>
        <p:spPr bwMode="auto">
          <a:xfrm>
            <a:off x="5809899" y="2376626"/>
            <a:ext cx="868756" cy="2870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 descr="Resultado de imagem para orelh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462" r="15384" b="8144"/>
          <a:stretch/>
        </p:blipFill>
        <p:spPr bwMode="auto">
          <a:xfrm>
            <a:off x="980304" y="3506427"/>
            <a:ext cx="551879" cy="395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m para tato"/>
          <p:cNvPicPr>
            <a:picLocks noChangeAspect="1" noChangeArrowheads="1"/>
          </p:cNvPicPr>
          <p:nvPr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679" t="13218" r="39393" b="31478"/>
          <a:stretch/>
        </p:blipFill>
        <p:spPr bwMode="auto">
          <a:xfrm>
            <a:off x="170632" y="3958250"/>
            <a:ext cx="465562" cy="35082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 descr="Resultado de imagem para olfato"/>
          <p:cNvPicPr>
            <a:picLocks noChangeAspect="1" noChangeArrowheads="1"/>
          </p:cNvPicPr>
          <p:nvPr/>
        </p:nvPicPr>
        <p:blipFill rotWithShape="1"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3" t="15126" r="10123" b="3449"/>
          <a:stretch/>
        </p:blipFill>
        <p:spPr bwMode="auto">
          <a:xfrm>
            <a:off x="7979990" y="3250116"/>
            <a:ext cx="486041" cy="5430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035" name="Grupo 1034"/>
          <p:cNvGrpSpPr/>
          <p:nvPr/>
        </p:nvGrpSpPr>
        <p:grpSpPr>
          <a:xfrm>
            <a:off x="1394339" y="586886"/>
            <a:ext cx="919643" cy="1002241"/>
            <a:chOff x="1394339" y="586886"/>
            <a:chExt cx="919643" cy="1002241"/>
          </a:xfrm>
        </p:grpSpPr>
        <p:sp>
          <p:nvSpPr>
            <p:cNvPr id="24" name="Forma livre 23"/>
            <p:cNvSpPr/>
            <p:nvPr/>
          </p:nvSpPr>
          <p:spPr>
            <a:xfrm rot="21297632">
              <a:off x="1839789" y="981701"/>
              <a:ext cx="306693" cy="104775"/>
            </a:xfrm>
            <a:custGeom>
              <a:avLst/>
              <a:gdLst>
                <a:gd name="connsiteX0" fmla="*/ 0 w 306693"/>
                <a:gd name="connsiteY0" fmla="*/ 85725 h 104775"/>
                <a:gd name="connsiteX1" fmla="*/ 47625 w 306693"/>
                <a:gd name="connsiteY1" fmla="*/ 85725 h 104775"/>
                <a:gd name="connsiteX2" fmla="*/ 85725 w 306693"/>
                <a:gd name="connsiteY2" fmla="*/ 57150 h 104775"/>
                <a:gd name="connsiteX3" fmla="*/ 114300 w 306693"/>
                <a:gd name="connsiteY3" fmla="*/ 0 h 104775"/>
                <a:gd name="connsiteX4" fmla="*/ 142875 w 306693"/>
                <a:gd name="connsiteY4" fmla="*/ 19050 h 104775"/>
                <a:gd name="connsiteX5" fmla="*/ 161925 w 306693"/>
                <a:gd name="connsiteY5" fmla="*/ 76200 h 104775"/>
                <a:gd name="connsiteX6" fmla="*/ 200025 w 306693"/>
                <a:gd name="connsiteY6" fmla="*/ 66675 h 104775"/>
                <a:gd name="connsiteX7" fmla="*/ 228600 w 306693"/>
                <a:gd name="connsiteY7" fmla="*/ 47625 h 104775"/>
                <a:gd name="connsiteX8" fmla="*/ 247650 w 306693"/>
                <a:gd name="connsiteY8" fmla="*/ 104775 h 104775"/>
                <a:gd name="connsiteX9" fmla="*/ 304800 w 306693"/>
                <a:gd name="connsiteY9" fmla="*/ 66675 h 104775"/>
                <a:gd name="connsiteX10" fmla="*/ 304800 w 306693"/>
                <a:gd name="connsiteY10" fmla="*/ 38100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693" h="104775">
                  <a:moveTo>
                    <a:pt x="0" y="85725"/>
                  </a:moveTo>
                  <a:cubicBezTo>
                    <a:pt x="95518" y="-33672"/>
                    <a:pt x="-3557" y="65252"/>
                    <a:pt x="47625" y="85725"/>
                  </a:cubicBezTo>
                  <a:cubicBezTo>
                    <a:pt x="62365" y="91621"/>
                    <a:pt x="74500" y="68375"/>
                    <a:pt x="85725" y="57150"/>
                  </a:cubicBezTo>
                  <a:cubicBezTo>
                    <a:pt x="104189" y="38686"/>
                    <a:pt x="106553" y="23241"/>
                    <a:pt x="114300" y="0"/>
                  </a:cubicBezTo>
                  <a:cubicBezTo>
                    <a:pt x="123825" y="6350"/>
                    <a:pt x="136808" y="9342"/>
                    <a:pt x="142875" y="19050"/>
                  </a:cubicBezTo>
                  <a:cubicBezTo>
                    <a:pt x="153518" y="36078"/>
                    <a:pt x="161925" y="76200"/>
                    <a:pt x="161925" y="76200"/>
                  </a:cubicBezTo>
                  <a:cubicBezTo>
                    <a:pt x="174625" y="73025"/>
                    <a:pt x="187993" y="71832"/>
                    <a:pt x="200025" y="66675"/>
                  </a:cubicBezTo>
                  <a:cubicBezTo>
                    <a:pt x="210547" y="62166"/>
                    <a:pt x="219661" y="40474"/>
                    <a:pt x="228600" y="47625"/>
                  </a:cubicBezTo>
                  <a:cubicBezTo>
                    <a:pt x="244280" y="60169"/>
                    <a:pt x="247650" y="104775"/>
                    <a:pt x="247650" y="104775"/>
                  </a:cubicBezTo>
                  <a:cubicBezTo>
                    <a:pt x="273050" y="96308"/>
                    <a:pt x="290530" y="95215"/>
                    <a:pt x="304800" y="66675"/>
                  </a:cubicBezTo>
                  <a:cubicBezTo>
                    <a:pt x="309060" y="58156"/>
                    <a:pt x="304800" y="47625"/>
                    <a:pt x="304800" y="38100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6" name="Forma livre 25"/>
            <p:cNvSpPr/>
            <p:nvPr/>
          </p:nvSpPr>
          <p:spPr>
            <a:xfrm rot="21297632">
              <a:off x="1600537" y="1104815"/>
              <a:ext cx="323850" cy="250208"/>
            </a:xfrm>
            <a:custGeom>
              <a:avLst/>
              <a:gdLst>
                <a:gd name="connsiteX0" fmla="*/ 0 w 323850"/>
                <a:gd name="connsiteY0" fmla="*/ 209550 h 250208"/>
                <a:gd name="connsiteX1" fmla="*/ 57150 w 323850"/>
                <a:gd name="connsiteY1" fmla="*/ 133350 h 250208"/>
                <a:gd name="connsiteX2" fmla="*/ 66675 w 323850"/>
                <a:gd name="connsiteY2" fmla="*/ 104775 h 250208"/>
                <a:gd name="connsiteX3" fmla="*/ 76200 w 323850"/>
                <a:gd name="connsiteY3" fmla="*/ 247650 h 250208"/>
                <a:gd name="connsiteX4" fmla="*/ 104775 w 323850"/>
                <a:gd name="connsiteY4" fmla="*/ 219075 h 250208"/>
                <a:gd name="connsiteX5" fmla="*/ 133350 w 323850"/>
                <a:gd name="connsiteY5" fmla="*/ 238125 h 250208"/>
                <a:gd name="connsiteX6" fmla="*/ 161925 w 323850"/>
                <a:gd name="connsiteY6" fmla="*/ 200025 h 250208"/>
                <a:gd name="connsiteX7" fmla="*/ 171450 w 323850"/>
                <a:gd name="connsiteY7" fmla="*/ 171450 h 250208"/>
                <a:gd name="connsiteX8" fmla="*/ 190500 w 323850"/>
                <a:gd name="connsiteY8" fmla="*/ 123825 h 250208"/>
                <a:gd name="connsiteX9" fmla="*/ 238125 w 323850"/>
                <a:gd name="connsiteY9" fmla="*/ 57150 h 250208"/>
                <a:gd name="connsiteX10" fmla="*/ 276225 w 323850"/>
                <a:gd name="connsiteY10" fmla="*/ 0 h 250208"/>
                <a:gd name="connsiteX11" fmla="*/ 285750 w 323850"/>
                <a:gd name="connsiteY11" fmla="*/ 95250 h 250208"/>
                <a:gd name="connsiteX12" fmla="*/ 295275 w 323850"/>
                <a:gd name="connsiteY12" fmla="*/ 123825 h 250208"/>
                <a:gd name="connsiteX13" fmla="*/ 314325 w 323850"/>
                <a:gd name="connsiteY13" fmla="*/ 190500 h 250208"/>
                <a:gd name="connsiteX14" fmla="*/ 323850 w 323850"/>
                <a:gd name="connsiteY14" fmla="*/ 209550 h 25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250208">
                  <a:moveTo>
                    <a:pt x="0" y="209550"/>
                  </a:moveTo>
                  <a:cubicBezTo>
                    <a:pt x="9346" y="197868"/>
                    <a:pt x="47041" y="153568"/>
                    <a:pt x="57150" y="133350"/>
                  </a:cubicBezTo>
                  <a:cubicBezTo>
                    <a:pt x="61640" y="124370"/>
                    <a:pt x="63500" y="114300"/>
                    <a:pt x="66675" y="104775"/>
                  </a:cubicBezTo>
                  <a:cubicBezTo>
                    <a:pt x="69850" y="152400"/>
                    <a:pt x="61106" y="202369"/>
                    <a:pt x="76200" y="247650"/>
                  </a:cubicBezTo>
                  <a:cubicBezTo>
                    <a:pt x="80460" y="260429"/>
                    <a:pt x="91488" y="221290"/>
                    <a:pt x="104775" y="219075"/>
                  </a:cubicBezTo>
                  <a:cubicBezTo>
                    <a:pt x="116067" y="217193"/>
                    <a:pt x="123825" y="231775"/>
                    <a:pt x="133350" y="238125"/>
                  </a:cubicBezTo>
                  <a:cubicBezTo>
                    <a:pt x="142875" y="225425"/>
                    <a:pt x="154049" y="213808"/>
                    <a:pt x="161925" y="200025"/>
                  </a:cubicBezTo>
                  <a:cubicBezTo>
                    <a:pt x="166906" y="191308"/>
                    <a:pt x="167925" y="180851"/>
                    <a:pt x="171450" y="171450"/>
                  </a:cubicBezTo>
                  <a:cubicBezTo>
                    <a:pt x="177453" y="155441"/>
                    <a:pt x="184150" y="139700"/>
                    <a:pt x="190500" y="123825"/>
                  </a:cubicBezTo>
                  <a:cubicBezTo>
                    <a:pt x="212403" y="-7591"/>
                    <a:pt x="174358" y="112946"/>
                    <a:pt x="238125" y="57150"/>
                  </a:cubicBezTo>
                  <a:cubicBezTo>
                    <a:pt x="255355" y="42073"/>
                    <a:pt x="276225" y="0"/>
                    <a:pt x="276225" y="0"/>
                  </a:cubicBezTo>
                  <a:cubicBezTo>
                    <a:pt x="279400" y="31750"/>
                    <a:pt x="280898" y="63713"/>
                    <a:pt x="285750" y="95250"/>
                  </a:cubicBezTo>
                  <a:cubicBezTo>
                    <a:pt x="287277" y="105173"/>
                    <a:pt x="292517" y="114171"/>
                    <a:pt x="295275" y="123825"/>
                  </a:cubicBezTo>
                  <a:cubicBezTo>
                    <a:pt x="304307" y="155437"/>
                    <a:pt x="302906" y="161953"/>
                    <a:pt x="314325" y="190500"/>
                  </a:cubicBezTo>
                  <a:cubicBezTo>
                    <a:pt x="316962" y="197092"/>
                    <a:pt x="320675" y="203200"/>
                    <a:pt x="323850" y="209550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2" name="Forma livre 31"/>
            <p:cNvSpPr/>
            <p:nvPr/>
          </p:nvSpPr>
          <p:spPr>
            <a:xfrm rot="21297632">
              <a:off x="1655663" y="868722"/>
              <a:ext cx="372071" cy="372471"/>
            </a:xfrm>
            <a:custGeom>
              <a:avLst/>
              <a:gdLst>
                <a:gd name="connsiteX0" fmla="*/ 0 w 372071"/>
                <a:gd name="connsiteY0" fmla="*/ 258171 h 372471"/>
                <a:gd name="connsiteX1" fmla="*/ 76200 w 372071"/>
                <a:gd name="connsiteY1" fmla="*/ 191496 h 372471"/>
                <a:gd name="connsiteX2" fmla="*/ 114300 w 372071"/>
                <a:gd name="connsiteY2" fmla="*/ 143871 h 372471"/>
                <a:gd name="connsiteX3" fmla="*/ 133350 w 372071"/>
                <a:gd name="connsiteY3" fmla="*/ 220071 h 372471"/>
                <a:gd name="connsiteX4" fmla="*/ 123825 w 372071"/>
                <a:gd name="connsiteY4" fmla="*/ 286746 h 372471"/>
                <a:gd name="connsiteX5" fmla="*/ 142875 w 372071"/>
                <a:gd name="connsiteY5" fmla="*/ 210546 h 372471"/>
                <a:gd name="connsiteX6" fmla="*/ 161925 w 372071"/>
                <a:gd name="connsiteY6" fmla="*/ 181971 h 372471"/>
                <a:gd name="connsiteX7" fmla="*/ 180975 w 372071"/>
                <a:gd name="connsiteY7" fmla="*/ 115296 h 372471"/>
                <a:gd name="connsiteX8" fmla="*/ 190500 w 372071"/>
                <a:gd name="connsiteY8" fmla="*/ 324846 h 372471"/>
                <a:gd name="connsiteX9" fmla="*/ 209550 w 372071"/>
                <a:gd name="connsiteY9" fmla="*/ 286746 h 372471"/>
                <a:gd name="connsiteX10" fmla="*/ 219075 w 372071"/>
                <a:gd name="connsiteY10" fmla="*/ 229596 h 372471"/>
                <a:gd name="connsiteX11" fmla="*/ 228600 w 372071"/>
                <a:gd name="connsiteY11" fmla="*/ 191496 h 372471"/>
                <a:gd name="connsiteX12" fmla="*/ 238125 w 372071"/>
                <a:gd name="connsiteY12" fmla="*/ 220071 h 372471"/>
                <a:gd name="connsiteX13" fmla="*/ 295275 w 372071"/>
                <a:gd name="connsiteY13" fmla="*/ 220071 h 372471"/>
                <a:gd name="connsiteX14" fmla="*/ 314325 w 372071"/>
                <a:gd name="connsiteY14" fmla="*/ 143871 h 372471"/>
                <a:gd name="connsiteX15" fmla="*/ 333375 w 372071"/>
                <a:gd name="connsiteY15" fmla="*/ 115296 h 372471"/>
                <a:gd name="connsiteX16" fmla="*/ 361950 w 372071"/>
                <a:gd name="connsiteY16" fmla="*/ 29571 h 372471"/>
                <a:gd name="connsiteX17" fmla="*/ 361950 w 372071"/>
                <a:gd name="connsiteY17" fmla="*/ 58146 h 372471"/>
                <a:gd name="connsiteX18" fmla="*/ 352425 w 372071"/>
                <a:gd name="connsiteY18" fmla="*/ 191496 h 372471"/>
                <a:gd name="connsiteX19" fmla="*/ 342900 w 372071"/>
                <a:gd name="connsiteY19" fmla="*/ 372471 h 372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2071" h="372471">
                  <a:moveTo>
                    <a:pt x="0" y="258171"/>
                  </a:moveTo>
                  <a:cubicBezTo>
                    <a:pt x="31134" y="233263"/>
                    <a:pt x="51146" y="220130"/>
                    <a:pt x="76200" y="191496"/>
                  </a:cubicBezTo>
                  <a:cubicBezTo>
                    <a:pt x="89587" y="176196"/>
                    <a:pt x="101600" y="159746"/>
                    <a:pt x="114300" y="143871"/>
                  </a:cubicBezTo>
                  <a:cubicBezTo>
                    <a:pt x="121816" y="166420"/>
                    <a:pt x="133350" y="197083"/>
                    <a:pt x="133350" y="220071"/>
                  </a:cubicBezTo>
                  <a:cubicBezTo>
                    <a:pt x="133350" y="242522"/>
                    <a:pt x="107950" y="302621"/>
                    <a:pt x="123825" y="286746"/>
                  </a:cubicBezTo>
                  <a:cubicBezTo>
                    <a:pt x="142338" y="268233"/>
                    <a:pt x="128352" y="232331"/>
                    <a:pt x="142875" y="210546"/>
                  </a:cubicBezTo>
                  <a:cubicBezTo>
                    <a:pt x="149225" y="201021"/>
                    <a:pt x="156805" y="192210"/>
                    <a:pt x="161925" y="181971"/>
                  </a:cubicBezTo>
                  <a:cubicBezTo>
                    <a:pt x="168757" y="168306"/>
                    <a:pt x="177923" y="127503"/>
                    <a:pt x="180975" y="115296"/>
                  </a:cubicBezTo>
                  <a:cubicBezTo>
                    <a:pt x="184150" y="185146"/>
                    <a:pt x="179005" y="255875"/>
                    <a:pt x="190500" y="324846"/>
                  </a:cubicBezTo>
                  <a:cubicBezTo>
                    <a:pt x="192834" y="338852"/>
                    <a:pt x="205470" y="300346"/>
                    <a:pt x="209550" y="286746"/>
                  </a:cubicBezTo>
                  <a:cubicBezTo>
                    <a:pt x="215099" y="268248"/>
                    <a:pt x="215287" y="248534"/>
                    <a:pt x="219075" y="229596"/>
                  </a:cubicBezTo>
                  <a:cubicBezTo>
                    <a:pt x="221642" y="216759"/>
                    <a:pt x="225425" y="204196"/>
                    <a:pt x="228600" y="191496"/>
                  </a:cubicBezTo>
                  <a:cubicBezTo>
                    <a:pt x="231775" y="201021"/>
                    <a:pt x="231025" y="212971"/>
                    <a:pt x="238125" y="220071"/>
                  </a:cubicBezTo>
                  <a:cubicBezTo>
                    <a:pt x="257175" y="239121"/>
                    <a:pt x="276225" y="226421"/>
                    <a:pt x="295275" y="220071"/>
                  </a:cubicBezTo>
                  <a:cubicBezTo>
                    <a:pt x="298898" y="201957"/>
                    <a:pt x="304562" y="163397"/>
                    <a:pt x="314325" y="143871"/>
                  </a:cubicBezTo>
                  <a:cubicBezTo>
                    <a:pt x="319445" y="133632"/>
                    <a:pt x="328972" y="125863"/>
                    <a:pt x="333375" y="115296"/>
                  </a:cubicBezTo>
                  <a:cubicBezTo>
                    <a:pt x="344960" y="87492"/>
                    <a:pt x="352425" y="58146"/>
                    <a:pt x="361950" y="29571"/>
                  </a:cubicBezTo>
                  <a:cubicBezTo>
                    <a:pt x="377582" y="-17326"/>
                    <a:pt x="373126" y="-8908"/>
                    <a:pt x="361950" y="58146"/>
                  </a:cubicBezTo>
                  <a:cubicBezTo>
                    <a:pt x="358775" y="102596"/>
                    <a:pt x="355121" y="147014"/>
                    <a:pt x="352425" y="191496"/>
                  </a:cubicBezTo>
                  <a:cubicBezTo>
                    <a:pt x="348771" y="251794"/>
                    <a:pt x="342900" y="372471"/>
                    <a:pt x="342900" y="372471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  <p:sp>
          <p:nvSpPr>
            <p:cNvPr id="33" name="Forma livre 32"/>
            <p:cNvSpPr/>
            <p:nvPr/>
          </p:nvSpPr>
          <p:spPr>
            <a:xfrm rot="21297632">
              <a:off x="1492053" y="1210273"/>
              <a:ext cx="342900" cy="310098"/>
            </a:xfrm>
            <a:custGeom>
              <a:avLst/>
              <a:gdLst>
                <a:gd name="connsiteX0" fmla="*/ 0 w 342900"/>
                <a:gd name="connsiteY0" fmla="*/ 161925 h 310098"/>
                <a:gd name="connsiteX1" fmla="*/ 19050 w 342900"/>
                <a:gd name="connsiteY1" fmla="*/ 114300 h 310098"/>
                <a:gd name="connsiteX2" fmla="*/ 38100 w 342900"/>
                <a:gd name="connsiteY2" fmla="*/ 57150 h 310098"/>
                <a:gd name="connsiteX3" fmla="*/ 47625 w 342900"/>
                <a:gd name="connsiteY3" fmla="*/ 133350 h 310098"/>
                <a:gd name="connsiteX4" fmla="*/ 66675 w 342900"/>
                <a:gd name="connsiteY4" fmla="*/ 57150 h 310098"/>
                <a:gd name="connsiteX5" fmla="*/ 57150 w 342900"/>
                <a:gd name="connsiteY5" fmla="*/ 123825 h 310098"/>
                <a:gd name="connsiteX6" fmla="*/ 76200 w 342900"/>
                <a:gd name="connsiteY6" fmla="*/ 219075 h 310098"/>
                <a:gd name="connsiteX7" fmla="*/ 85725 w 342900"/>
                <a:gd name="connsiteY7" fmla="*/ 190500 h 310098"/>
                <a:gd name="connsiteX8" fmla="*/ 95250 w 342900"/>
                <a:gd name="connsiteY8" fmla="*/ 247650 h 310098"/>
                <a:gd name="connsiteX9" fmla="*/ 133350 w 342900"/>
                <a:gd name="connsiteY9" fmla="*/ 238125 h 310098"/>
                <a:gd name="connsiteX10" fmla="*/ 161925 w 342900"/>
                <a:gd name="connsiteY10" fmla="*/ 133350 h 310098"/>
                <a:gd name="connsiteX11" fmla="*/ 171450 w 342900"/>
                <a:gd name="connsiteY11" fmla="*/ 171450 h 310098"/>
                <a:gd name="connsiteX12" fmla="*/ 209550 w 342900"/>
                <a:gd name="connsiteY12" fmla="*/ 114300 h 310098"/>
                <a:gd name="connsiteX13" fmla="*/ 219075 w 342900"/>
                <a:gd name="connsiteY13" fmla="*/ 47625 h 310098"/>
                <a:gd name="connsiteX14" fmla="*/ 276225 w 342900"/>
                <a:gd name="connsiteY14" fmla="*/ 0 h 310098"/>
                <a:gd name="connsiteX15" fmla="*/ 295275 w 342900"/>
                <a:gd name="connsiteY15" fmla="*/ 276225 h 310098"/>
                <a:gd name="connsiteX16" fmla="*/ 304800 w 342900"/>
                <a:gd name="connsiteY16" fmla="*/ 228600 h 310098"/>
                <a:gd name="connsiteX17" fmla="*/ 314325 w 342900"/>
                <a:gd name="connsiteY17" fmla="*/ 200025 h 310098"/>
                <a:gd name="connsiteX18" fmla="*/ 342900 w 342900"/>
                <a:gd name="connsiteY18" fmla="*/ 161925 h 31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2900" h="310098">
                  <a:moveTo>
                    <a:pt x="0" y="161925"/>
                  </a:moveTo>
                  <a:cubicBezTo>
                    <a:pt x="6350" y="146050"/>
                    <a:pt x="13207" y="130368"/>
                    <a:pt x="19050" y="114300"/>
                  </a:cubicBezTo>
                  <a:cubicBezTo>
                    <a:pt x="25912" y="95429"/>
                    <a:pt x="38100" y="57150"/>
                    <a:pt x="38100" y="57150"/>
                  </a:cubicBezTo>
                  <a:cubicBezTo>
                    <a:pt x="41275" y="82550"/>
                    <a:pt x="38118" y="109583"/>
                    <a:pt x="47625" y="133350"/>
                  </a:cubicBezTo>
                  <a:cubicBezTo>
                    <a:pt x="55141" y="152141"/>
                    <a:pt x="66675" y="13481"/>
                    <a:pt x="66675" y="57150"/>
                  </a:cubicBezTo>
                  <a:cubicBezTo>
                    <a:pt x="66675" y="79601"/>
                    <a:pt x="60325" y="101600"/>
                    <a:pt x="57150" y="123825"/>
                  </a:cubicBezTo>
                  <a:cubicBezTo>
                    <a:pt x="72050" y="392017"/>
                    <a:pt x="57807" y="320237"/>
                    <a:pt x="76200" y="219075"/>
                  </a:cubicBezTo>
                  <a:cubicBezTo>
                    <a:pt x="77996" y="209197"/>
                    <a:pt x="82550" y="200025"/>
                    <a:pt x="85725" y="190500"/>
                  </a:cubicBezTo>
                  <a:cubicBezTo>
                    <a:pt x="88900" y="209550"/>
                    <a:pt x="81594" y="233994"/>
                    <a:pt x="95250" y="247650"/>
                  </a:cubicBezTo>
                  <a:cubicBezTo>
                    <a:pt x="104507" y="256907"/>
                    <a:pt x="124831" y="248064"/>
                    <a:pt x="133350" y="238125"/>
                  </a:cubicBezTo>
                  <a:cubicBezTo>
                    <a:pt x="145960" y="223413"/>
                    <a:pt x="157781" y="154068"/>
                    <a:pt x="161925" y="133350"/>
                  </a:cubicBezTo>
                  <a:cubicBezTo>
                    <a:pt x="165100" y="146050"/>
                    <a:pt x="159295" y="176312"/>
                    <a:pt x="171450" y="171450"/>
                  </a:cubicBezTo>
                  <a:cubicBezTo>
                    <a:pt x="192708" y="162947"/>
                    <a:pt x="209550" y="114300"/>
                    <a:pt x="209550" y="114300"/>
                  </a:cubicBezTo>
                  <a:cubicBezTo>
                    <a:pt x="212725" y="92075"/>
                    <a:pt x="210737" y="68470"/>
                    <a:pt x="219075" y="47625"/>
                  </a:cubicBezTo>
                  <a:cubicBezTo>
                    <a:pt x="225742" y="30957"/>
                    <a:pt x="261939" y="9524"/>
                    <a:pt x="276225" y="0"/>
                  </a:cubicBezTo>
                  <a:cubicBezTo>
                    <a:pt x="309156" y="131725"/>
                    <a:pt x="260106" y="-75463"/>
                    <a:pt x="295275" y="276225"/>
                  </a:cubicBezTo>
                  <a:cubicBezTo>
                    <a:pt x="296886" y="292334"/>
                    <a:pt x="300873" y="244306"/>
                    <a:pt x="304800" y="228600"/>
                  </a:cubicBezTo>
                  <a:cubicBezTo>
                    <a:pt x="307235" y="218860"/>
                    <a:pt x="309835" y="209005"/>
                    <a:pt x="314325" y="200025"/>
                  </a:cubicBezTo>
                  <a:cubicBezTo>
                    <a:pt x="325095" y="178484"/>
                    <a:pt x="329505" y="175320"/>
                    <a:pt x="342900" y="161925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4" name="Forma livre 33"/>
            <p:cNvSpPr/>
            <p:nvPr/>
          </p:nvSpPr>
          <p:spPr>
            <a:xfrm rot="21297632">
              <a:off x="1394339" y="1303377"/>
              <a:ext cx="323850" cy="285750"/>
            </a:xfrm>
            <a:custGeom>
              <a:avLst/>
              <a:gdLst>
                <a:gd name="connsiteX0" fmla="*/ 0 w 323850"/>
                <a:gd name="connsiteY0" fmla="*/ 142875 h 285750"/>
                <a:gd name="connsiteX1" fmla="*/ 19050 w 323850"/>
                <a:gd name="connsiteY1" fmla="*/ 19050 h 285750"/>
                <a:gd name="connsiteX2" fmla="*/ 28575 w 323850"/>
                <a:gd name="connsiteY2" fmla="*/ 76200 h 285750"/>
                <a:gd name="connsiteX3" fmla="*/ 47625 w 323850"/>
                <a:gd name="connsiteY3" fmla="*/ 133350 h 285750"/>
                <a:gd name="connsiteX4" fmla="*/ 57150 w 323850"/>
                <a:gd name="connsiteY4" fmla="*/ 209550 h 285750"/>
                <a:gd name="connsiteX5" fmla="*/ 66675 w 323850"/>
                <a:gd name="connsiteY5" fmla="*/ 171450 h 285750"/>
                <a:gd name="connsiteX6" fmla="*/ 76200 w 323850"/>
                <a:gd name="connsiteY6" fmla="*/ 209550 h 285750"/>
                <a:gd name="connsiteX7" fmla="*/ 114300 w 323850"/>
                <a:gd name="connsiteY7" fmla="*/ 257175 h 285750"/>
                <a:gd name="connsiteX8" fmla="*/ 142875 w 323850"/>
                <a:gd name="connsiteY8" fmla="*/ 142875 h 285750"/>
                <a:gd name="connsiteX9" fmla="*/ 152400 w 323850"/>
                <a:gd name="connsiteY9" fmla="*/ 114300 h 285750"/>
                <a:gd name="connsiteX10" fmla="*/ 161925 w 323850"/>
                <a:gd name="connsiteY10" fmla="*/ 190500 h 285750"/>
                <a:gd name="connsiteX11" fmla="*/ 190500 w 323850"/>
                <a:gd name="connsiteY11" fmla="*/ 95250 h 285750"/>
                <a:gd name="connsiteX12" fmla="*/ 200025 w 323850"/>
                <a:gd name="connsiteY12" fmla="*/ 66675 h 285750"/>
                <a:gd name="connsiteX13" fmla="*/ 209550 w 323850"/>
                <a:gd name="connsiteY13" fmla="*/ 95250 h 285750"/>
                <a:gd name="connsiteX14" fmla="*/ 219075 w 323850"/>
                <a:gd name="connsiteY14" fmla="*/ 133350 h 285750"/>
                <a:gd name="connsiteX15" fmla="*/ 247650 w 323850"/>
                <a:gd name="connsiteY15" fmla="*/ 95250 h 285750"/>
                <a:gd name="connsiteX16" fmla="*/ 276225 w 323850"/>
                <a:gd name="connsiteY16" fmla="*/ 28575 h 285750"/>
                <a:gd name="connsiteX17" fmla="*/ 285750 w 323850"/>
                <a:gd name="connsiteY17" fmla="*/ 0 h 285750"/>
                <a:gd name="connsiteX18" fmla="*/ 295275 w 323850"/>
                <a:gd name="connsiteY18" fmla="*/ 38100 h 285750"/>
                <a:gd name="connsiteX19" fmla="*/ 314325 w 323850"/>
                <a:gd name="connsiteY19" fmla="*/ 209550 h 285750"/>
                <a:gd name="connsiteX20" fmla="*/ 323850 w 323850"/>
                <a:gd name="connsiteY20" fmla="*/ 28575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3850" h="285750">
                  <a:moveTo>
                    <a:pt x="0" y="142875"/>
                  </a:moveTo>
                  <a:cubicBezTo>
                    <a:pt x="6350" y="101600"/>
                    <a:pt x="2600" y="57434"/>
                    <a:pt x="19050" y="19050"/>
                  </a:cubicBezTo>
                  <a:cubicBezTo>
                    <a:pt x="26658" y="1299"/>
                    <a:pt x="23891" y="57464"/>
                    <a:pt x="28575" y="76200"/>
                  </a:cubicBezTo>
                  <a:cubicBezTo>
                    <a:pt x="33445" y="95681"/>
                    <a:pt x="47625" y="133350"/>
                    <a:pt x="47625" y="133350"/>
                  </a:cubicBezTo>
                  <a:cubicBezTo>
                    <a:pt x="50800" y="158750"/>
                    <a:pt x="45702" y="186655"/>
                    <a:pt x="57150" y="209550"/>
                  </a:cubicBezTo>
                  <a:cubicBezTo>
                    <a:pt x="63004" y="221259"/>
                    <a:pt x="53584" y="171450"/>
                    <a:pt x="66675" y="171450"/>
                  </a:cubicBezTo>
                  <a:cubicBezTo>
                    <a:pt x="79766" y="171450"/>
                    <a:pt x="72604" y="196963"/>
                    <a:pt x="76200" y="209550"/>
                  </a:cubicBezTo>
                  <a:cubicBezTo>
                    <a:pt x="87025" y="247439"/>
                    <a:pt x="80016" y="234319"/>
                    <a:pt x="114300" y="257175"/>
                  </a:cubicBezTo>
                  <a:cubicBezTo>
                    <a:pt x="127126" y="180218"/>
                    <a:pt x="117718" y="218347"/>
                    <a:pt x="142875" y="142875"/>
                  </a:cubicBezTo>
                  <a:lnTo>
                    <a:pt x="152400" y="114300"/>
                  </a:lnTo>
                  <a:cubicBezTo>
                    <a:pt x="155575" y="139700"/>
                    <a:pt x="140626" y="176301"/>
                    <a:pt x="161925" y="190500"/>
                  </a:cubicBezTo>
                  <a:cubicBezTo>
                    <a:pt x="167358" y="194122"/>
                    <a:pt x="187681" y="105116"/>
                    <a:pt x="190500" y="95250"/>
                  </a:cubicBezTo>
                  <a:cubicBezTo>
                    <a:pt x="193258" y="85596"/>
                    <a:pt x="196850" y="76200"/>
                    <a:pt x="200025" y="66675"/>
                  </a:cubicBezTo>
                  <a:cubicBezTo>
                    <a:pt x="203200" y="76200"/>
                    <a:pt x="206792" y="85596"/>
                    <a:pt x="209550" y="95250"/>
                  </a:cubicBezTo>
                  <a:cubicBezTo>
                    <a:pt x="213146" y="107837"/>
                    <a:pt x="205984" y="133350"/>
                    <a:pt x="219075" y="133350"/>
                  </a:cubicBezTo>
                  <a:cubicBezTo>
                    <a:pt x="234950" y="133350"/>
                    <a:pt x="238125" y="107950"/>
                    <a:pt x="247650" y="95250"/>
                  </a:cubicBezTo>
                  <a:cubicBezTo>
                    <a:pt x="269988" y="28237"/>
                    <a:pt x="240915" y="110965"/>
                    <a:pt x="276225" y="28575"/>
                  </a:cubicBezTo>
                  <a:cubicBezTo>
                    <a:pt x="280180" y="19347"/>
                    <a:pt x="282575" y="9525"/>
                    <a:pt x="285750" y="0"/>
                  </a:cubicBezTo>
                  <a:cubicBezTo>
                    <a:pt x="288925" y="12700"/>
                    <a:pt x="292933" y="25220"/>
                    <a:pt x="295275" y="38100"/>
                  </a:cubicBezTo>
                  <a:cubicBezTo>
                    <a:pt x="307102" y="103151"/>
                    <a:pt x="306918" y="139182"/>
                    <a:pt x="314325" y="209550"/>
                  </a:cubicBezTo>
                  <a:cubicBezTo>
                    <a:pt x="317005" y="235007"/>
                    <a:pt x="323850" y="285750"/>
                    <a:pt x="323850" y="285750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5" name="Forma livre 34"/>
            <p:cNvSpPr/>
            <p:nvPr/>
          </p:nvSpPr>
          <p:spPr>
            <a:xfrm rot="21297632">
              <a:off x="1900522" y="716318"/>
              <a:ext cx="333673" cy="297901"/>
            </a:xfrm>
            <a:custGeom>
              <a:avLst/>
              <a:gdLst>
                <a:gd name="connsiteX0" fmla="*/ 0 w 333673"/>
                <a:gd name="connsiteY0" fmla="*/ 219075 h 297901"/>
                <a:gd name="connsiteX1" fmla="*/ 19050 w 333673"/>
                <a:gd name="connsiteY1" fmla="*/ 171450 h 297901"/>
                <a:gd name="connsiteX2" fmla="*/ 28575 w 333673"/>
                <a:gd name="connsiteY2" fmla="*/ 142875 h 297901"/>
                <a:gd name="connsiteX3" fmla="*/ 47625 w 333673"/>
                <a:gd name="connsiteY3" fmla="*/ 114300 h 297901"/>
                <a:gd name="connsiteX4" fmla="*/ 57150 w 333673"/>
                <a:gd name="connsiteY4" fmla="*/ 247650 h 297901"/>
                <a:gd name="connsiteX5" fmla="*/ 85725 w 333673"/>
                <a:gd name="connsiteY5" fmla="*/ 200025 h 297901"/>
                <a:gd name="connsiteX6" fmla="*/ 123825 w 333673"/>
                <a:gd name="connsiteY6" fmla="*/ 219075 h 297901"/>
                <a:gd name="connsiteX7" fmla="*/ 152400 w 333673"/>
                <a:gd name="connsiteY7" fmla="*/ 209550 h 297901"/>
                <a:gd name="connsiteX8" fmla="*/ 161925 w 333673"/>
                <a:gd name="connsiteY8" fmla="*/ 247650 h 297901"/>
                <a:gd name="connsiteX9" fmla="*/ 171450 w 333673"/>
                <a:gd name="connsiteY9" fmla="*/ 209550 h 297901"/>
                <a:gd name="connsiteX10" fmla="*/ 180975 w 333673"/>
                <a:gd name="connsiteY10" fmla="*/ 180975 h 297901"/>
                <a:gd name="connsiteX11" fmla="*/ 190500 w 333673"/>
                <a:gd name="connsiteY11" fmla="*/ 104775 h 297901"/>
                <a:gd name="connsiteX12" fmla="*/ 209550 w 333673"/>
                <a:gd name="connsiteY12" fmla="*/ 0 h 297901"/>
                <a:gd name="connsiteX13" fmla="*/ 238125 w 333673"/>
                <a:gd name="connsiteY13" fmla="*/ 295275 h 297901"/>
                <a:gd name="connsiteX14" fmla="*/ 247650 w 333673"/>
                <a:gd name="connsiteY14" fmla="*/ 257175 h 297901"/>
                <a:gd name="connsiteX15" fmla="*/ 304800 w 333673"/>
                <a:gd name="connsiteY15" fmla="*/ 219075 h 297901"/>
                <a:gd name="connsiteX16" fmla="*/ 333375 w 333673"/>
                <a:gd name="connsiteY16" fmla="*/ 180975 h 297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3673" h="297901">
                  <a:moveTo>
                    <a:pt x="0" y="219075"/>
                  </a:moveTo>
                  <a:cubicBezTo>
                    <a:pt x="6350" y="203200"/>
                    <a:pt x="13047" y="187459"/>
                    <a:pt x="19050" y="171450"/>
                  </a:cubicBezTo>
                  <a:cubicBezTo>
                    <a:pt x="22575" y="162049"/>
                    <a:pt x="24085" y="151855"/>
                    <a:pt x="28575" y="142875"/>
                  </a:cubicBezTo>
                  <a:cubicBezTo>
                    <a:pt x="33695" y="132636"/>
                    <a:pt x="41275" y="123825"/>
                    <a:pt x="47625" y="114300"/>
                  </a:cubicBezTo>
                  <a:cubicBezTo>
                    <a:pt x="50800" y="158750"/>
                    <a:pt x="39051" y="206928"/>
                    <a:pt x="57150" y="247650"/>
                  </a:cubicBezTo>
                  <a:cubicBezTo>
                    <a:pt x="64669" y="264568"/>
                    <a:pt x="68709" y="207318"/>
                    <a:pt x="85725" y="200025"/>
                  </a:cubicBezTo>
                  <a:cubicBezTo>
                    <a:pt x="98776" y="194432"/>
                    <a:pt x="111125" y="212725"/>
                    <a:pt x="123825" y="219075"/>
                  </a:cubicBezTo>
                  <a:cubicBezTo>
                    <a:pt x="133350" y="215900"/>
                    <a:pt x="144368" y="203526"/>
                    <a:pt x="152400" y="209550"/>
                  </a:cubicBezTo>
                  <a:cubicBezTo>
                    <a:pt x="162873" y="217405"/>
                    <a:pt x="148834" y="247650"/>
                    <a:pt x="161925" y="247650"/>
                  </a:cubicBezTo>
                  <a:cubicBezTo>
                    <a:pt x="175016" y="247650"/>
                    <a:pt x="167854" y="222137"/>
                    <a:pt x="171450" y="209550"/>
                  </a:cubicBezTo>
                  <a:cubicBezTo>
                    <a:pt x="174208" y="199896"/>
                    <a:pt x="177800" y="190500"/>
                    <a:pt x="180975" y="180975"/>
                  </a:cubicBezTo>
                  <a:cubicBezTo>
                    <a:pt x="184150" y="155575"/>
                    <a:pt x="186880" y="130115"/>
                    <a:pt x="190500" y="104775"/>
                  </a:cubicBezTo>
                  <a:cubicBezTo>
                    <a:pt x="196593" y="62122"/>
                    <a:pt x="201345" y="41024"/>
                    <a:pt x="209550" y="0"/>
                  </a:cubicBezTo>
                  <a:cubicBezTo>
                    <a:pt x="263000" y="133625"/>
                    <a:pt x="209974" y="-14381"/>
                    <a:pt x="238125" y="295275"/>
                  </a:cubicBezTo>
                  <a:cubicBezTo>
                    <a:pt x="239310" y="308312"/>
                    <a:pt x="242493" y="269207"/>
                    <a:pt x="247650" y="257175"/>
                  </a:cubicBezTo>
                  <a:cubicBezTo>
                    <a:pt x="263437" y="220339"/>
                    <a:pt x="267630" y="228368"/>
                    <a:pt x="304800" y="219075"/>
                  </a:cubicBezTo>
                  <a:cubicBezTo>
                    <a:pt x="338659" y="196503"/>
                    <a:pt x="333375" y="211473"/>
                    <a:pt x="333375" y="180975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36" name="Forma livre 35"/>
            <p:cNvSpPr/>
            <p:nvPr/>
          </p:nvSpPr>
          <p:spPr>
            <a:xfrm rot="21297632">
              <a:off x="1990132" y="586886"/>
              <a:ext cx="323850" cy="285750"/>
            </a:xfrm>
            <a:custGeom>
              <a:avLst/>
              <a:gdLst>
                <a:gd name="connsiteX0" fmla="*/ 0 w 323850"/>
                <a:gd name="connsiteY0" fmla="*/ 209550 h 285750"/>
                <a:gd name="connsiteX1" fmla="*/ 19050 w 323850"/>
                <a:gd name="connsiteY1" fmla="*/ 123825 h 285750"/>
                <a:gd name="connsiteX2" fmla="*/ 47625 w 323850"/>
                <a:gd name="connsiteY2" fmla="*/ 142875 h 285750"/>
                <a:gd name="connsiteX3" fmla="*/ 57150 w 323850"/>
                <a:gd name="connsiteY3" fmla="*/ 171450 h 285750"/>
                <a:gd name="connsiteX4" fmla="*/ 95250 w 323850"/>
                <a:gd name="connsiteY4" fmla="*/ 133350 h 285750"/>
                <a:gd name="connsiteX5" fmla="*/ 104775 w 323850"/>
                <a:gd name="connsiteY5" fmla="*/ 104775 h 285750"/>
                <a:gd name="connsiteX6" fmla="*/ 123825 w 323850"/>
                <a:gd name="connsiteY6" fmla="*/ 66675 h 285750"/>
                <a:gd name="connsiteX7" fmla="*/ 133350 w 323850"/>
                <a:gd name="connsiteY7" fmla="*/ 28575 h 285750"/>
                <a:gd name="connsiteX8" fmla="*/ 142875 w 323850"/>
                <a:gd name="connsiteY8" fmla="*/ 0 h 285750"/>
                <a:gd name="connsiteX9" fmla="*/ 161925 w 323850"/>
                <a:gd name="connsiteY9" fmla="*/ 266700 h 285750"/>
                <a:gd name="connsiteX10" fmla="*/ 171450 w 323850"/>
                <a:gd name="connsiteY10" fmla="*/ 238125 h 285750"/>
                <a:gd name="connsiteX11" fmla="*/ 190500 w 323850"/>
                <a:gd name="connsiteY11" fmla="*/ 209550 h 285750"/>
                <a:gd name="connsiteX12" fmla="*/ 209550 w 323850"/>
                <a:gd name="connsiteY12" fmla="*/ 171450 h 285750"/>
                <a:gd name="connsiteX13" fmla="*/ 219075 w 323850"/>
                <a:gd name="connsiteY13" fmla="*/ 200025 h 285750"/>
                <a:gd name="connsiteX14" fmla="*/ 285750 w 323850"/>
                <a:gd name="connsiteY14" fmla="*/ 161925 h 285750"/>
                <a:gd name="connsiteX15" fmla="*/ 304800 w 323850"/>
                <a:gd name="connsiteY15" fmla="*/ 180975 h 285750"/>
                <a:gd name="connsiteX16" fmla="*/ 323850 w 323850"/>
                <a:gd name="connsiteY16" fmla="*/ 28575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3850" h="285750">
                  <a:moveTo>
                    <a:pt x="0" y="209550"/>
                  </a:moveTo>
                  <a:cubicBezTo>
                    <a:pt x="6350" y="180975"/>
                    <a:pt x="2036" y="147645"/>
                    <a:pt x="19050" y="123825"/>
                  </a:cubicBezTo>
                  <a:cubicBezTo>
                    <a:pt x="25704" y="114510"/>
                    <a:pt x="40474" y="133936"/>
                    <a:pt x="47625" y="142875"/>
                  </a:cubicBezTo>
                  <a:cubicBezTo>
                    <a:pt x="53897" y="150715"/>
                    <a:pt x="53975" y="161925"/>
                    <a:pt x="57150" y="171450"/>
                  </a:cubicBezTo>
                  <a:cubicBezTo>
                    <a:pt x="69850" y="158750"/>
                    <a:pt x="84811" y="147965"/>
                    <a:pt x="95250" y="133350"/>
                  </a:cubicBezTo>
                  <a:cubicBezTo>
                    <a:pt x="101086" y="125180"/>
                    <a:pt x="100820" y="114003"/>
                    <a:pt x="104775" y="104775"/>
                  </a:cubicBezTo>
                  <a:cubicBezTo>
                    <a:pt x="110368" y="91724"/>
                    <a:pt x="118839" y="79970"/>
                    <a:pt x="123825" y="66675"/>
                  </a:cubicBezTo>
                  <a:cubicBezTo>
                    <a:pt x="128422" y="54418"/>
                    <a:pt x="129754" y="41162"/>
                    <a:pt x="133350" y="28575"/>
                  </a:cubicBezTo>
                  <a:cubicBezTo>
                    <a:pt x="136108" y="18921"/>
                    <a:pt x="139700" y="9525"/>
                    <a:pt x="142875" y="0"/>
                  </a:cubicBezTo>
                  <a:cubicBezTo>
                    <a:pt x="174487" y="126449"/>
                    <a:pt x="130940" y="-58638"/>
                    <a:pt x="161925" y="266700"/>
                  </a:cubicBezTo>
                  <a:cubicBezTo>
                    <a:pt x="162877" y="276695"/>
                    <a:pt x="166960" y="247105"/>
                    <a:pt x="171450" y="238125"/>
                  </a:cubicBezTo>
                  <a:cubicBezTo>
                    <a:pt x="176570" y="227886"/>
                    <a:pt x="184820" y="219489"/>
                    <a:pt x="190500" y="209550"/>
                  </a:cubicBezTo>
                  <a:cubicBezTo>
                    <a:pt x="197545" y="197222"/>
                    <a:pt x="203200" y="184150"/>
                    <a:pt x="209550" y="171450"/>
                  </a:cubicBezTo>
                  <a:cubicBezTo>
                    <a:pt x="212725" y="180975"/>
                    <a:pt x="210095" y="195535"/>
                    <a:pt x="219075" y="200025"/>
                  </a:cubicBezTo>
                  <a:cubicBezTo>
                    <a:pt x="233620" y="207298"/>
                    <a:pt x="285614" y="162027"/>
                    <a:pt x="285750" y="161925"/>
                  </a:cubicBezTo>
                  <a:cubicBezTo>
                    <a:pt x="299173" y="81386"/>
                    <a:pt x="293291" y="83145"/>
                    <a:pt x="304800" y="180975"/>
                  </a:cubicBezTo>
                  <a:cubicBezTo>
                    <a:pt x="315902" y="275342"/>
                    <a:pt x="301271" y="240593"/>
                    <a:pt x="323850" y="285750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grpSp>
        <p:nvGrpSpPr>
          <p:cNvPr id="40" name="Grupo 39"/>
          <p:cNvGrpSpPr/>
          <p:nvPr/>
        </p:nvGrpSpPr>
        <p:grpSpPr>
          <a:xfrm>
            <a:off x="842484" y="1221744"/>
            <a:ext cx="915783" cy="1005431"/>
            <a:chOff x="842484" y="1221744"/>
            <a:chExt cx="915783" cy="1005431"/>
          </a:xfrm>
        </p:grpSpPr>
        <p:sp>
          <p:nvSpPr>
            <p:cNvPr id="196" name="Forma livre 195"/>
            <p:cNvSpPr/>
            <p:nvPr/>
          </p:nvSpPr>
          <p:spPr>
            <a:xfrm rot="21279157">
              <a:off x="1285712" y="1617408"/>
              <a:ext cx="306693" cy="104775"/>
            </a:xfrm>
            <a:custGeom>
              <a:avLst/>
              <a:gdLst>
                <a:gd name="connsiteX0" fmla="*/ 0 w 306693"/>
                <a:gd name="connsiteY0" fmla="*/ 85725 h 104775"/>
                <a:gd name="connsiteX1" fmla="*/ 47625 w 306693"/>
                <a:gd name="connsiteY1" fmla="*/ 85725 h 104775"/>
                <a:gd name="connsiteX2" fmla="*/ 85725 w 306693"/>
                <a:gd name="connsiteY2" fmla="*/ 57150 h 104775"/>
                <a:gd name="connsiteX3" fmla="*/ 114300 w 306693"/>
                <a:gd name="connsiteY3" fmla="*/ 0 h 104775"/>
                <a:gd name="connsiteX4" fmla="*/ 142875 w 306693"/>
                <a:gd name="connsiteY4" fmla="*/ 19050 h 104775"/>
                <a:gd name="connsiteX5" fmla="*/ 161925 w 306693"/>
                <a:gd name="connsiteY5" fmla="*/ 76200 h 104775"/>
                <a:gd name="connsiteX6" fmla="*/ 200025 w 306693"/>
                <a:gd name="connsiteY6" fmla="*/ 66675 h 104775"/>
                <a:gd name="connsiteX7" fmla="*/ 228600 w 306693"/>
                <a:gd name="connsiteY7" fmla="*/ 47625 h 104775"/>
                <a:gd name="connsiteX8" fmla="*/ 247650 w 306693"/>
                <a:gd name="connsiteY8" fmla="*/ 104775 h 104775"/>
                <a:gd name="connsiteX9" fmla="*/ 304800 w 306693"/>
                <a:gd name="connsiteY9" fmla="*/ 66675 h 104775"/>
                <a:gd name="connsiteX10" fmla="*/ 304800 w 306693"/>
                <a:gd name="connsiteY10" fmla="*/ 38100 h 104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306693" h="104775">
                  <a:moveTo>
                    <a:pt x="0" y="85725"/>
                  </a:moveTo>
                  <a:cubicBezTo>
                    <a:pt x="95518" y="-33672"/>
                    <a:pt x="-3557" y="65252"/>
                    <a:pt x="47625" y="85725"/>
                  </a:cubicBezTo>
                  <a:cubicBezTo>
                    <a:pt x="62365" y="91621"/>
                    <a:pt x="74500" y="68375"/>
                    <a:pt x="85725" y="57150"/>
                  </a:cubicBezTo>
                  <a:cubicBezTo>
                    <a:pt x="104189" y="38686"/>
                    <a:pt x="106553" y="23241"/>
                    <a:pt x="114300" y="0"/>
                  </a:cubicBezTo>
                  <a:cubicBezTo>
                    <a:pt x="123825" y="6350"/>
                    <a:pt x="136808" y="9342"/>
                    <a:pt x="142875" y="19050"/>
                  </a:cubicBezTo>
                  <a:cubicBezTo>
                    <a:pt x="153518" y="36078"/>
                    <a:pt x="161925" y="76200"/>
                    <a:pt x="161925" y="76200"/>
                  </a:cubicBezTo>
                  <a:cubicBezTo>
                    <a:pt x="174625" y="73025"/>
                    <a:pt x="187993" y="71832"/>
                    <a:pt x="200025" y="66675"/>
                  </a:cubicBezTo>
                  <a:cubicBezTo>
                    <a:pt x="210547" y="62166"/>
                    <a:pt x="219661" y="40474"/>
                    <a:pt x="228600" y="47625"/>
                  </a:cubicBezTo>
                  <a:cubicBezTo>
                    <a:pt x="244280" y="60169"/>
                    <a:pt x="247650" y="104775"/>
                    <a:pt x="247650" y="104775"/>
                  </a:cubicBezTo>
                  <a:cubicBezTo>
                    <a:pt x="273050" y="96308"/>
                    <a:pt x="290530" y="95215"/>
                    <a:pt x="304800" y="66675"/>
                  </a:cubicBezTo>
                  <a:cubicBezTo>
                    <a:pt x="309060" y="58156"/>
                    <a:pt x="304800" y="47625"/>
                    <a:pt x="304800" y="38100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7" name="Forma livre 196"/>
            <p:cNvSpPr/>
            <p:nvPr/>
          </p:nvSpPr>
          <p:spPr>
            <a:xfrm rot="21279157">
              <a:off x="1047516" y="1741758"/>
              <a:ext cx="323850" cy="250208"/>
            </a:xfrm>
            <a:custGeom>
              <a:avLst/>
              <a:gdLst>
                <a:gd name="connsiteX0" fmla="*/ 0 w 323850"/>
                <a:gd name="connsiteY0" fmla="*/ 209550 h 250208"/>
                <a:gd name="connsiteX1" fmla="*/ 57150 w 323850"/>
                <a:gd name="connsiteY1" fmla="*/ 133350 h 250208"/>
                <a:gd name="connsiteX2" fmla="*/ 66675 w 323850"/>
                <a:gd name="connsiteY2" fmla="*/ 104775 h 250208"/>
                <a:gd name="connsiteX3" fmla="*/ 76200 w 323850"/>
                <a:gd name="connsiteY3" fmla="*/ 247650 h 250208"/>
                <a:gd name="connsiteX4" fmla="*/ 104775 w 323850"/>
                <a:gd name="connsiteY4" fmla="*/ 219075 h 250208"/>
                <a:gd name="connsiteX5" fmla="*/ 133350 w 323850"/>
                <a:gd name="connsiteY5" fmla="*/ 238125 h 250208"/>
                <a:gd name="connsiteX6" fmla="*/ 161925 w 323850"/>
                <a:gd name="connsiteY6" fmla="*/ 200025 h 250208"/>
                <a:gd name="connsiteX7" fmla="*/ 171450 w 323850"/>
                <a:gd name="connsiteY7" fmla="*/ 171450 h 250208"/>
                <a:gd name="connsiteX8" fmla="*/ 190500 w 323850"/>
                <a:gd name="connsiteY8" fmla="*/ 123825 h 250208"/>
                <a:gd name="connsiteX9" fmla="*/ 238125 w 323850"/>
                <a:gd name="connsiteY9" fmla="*/ 57150 h 250208"/>
                <a:gd name="connsiteX10" fmla="*/ 276225 w 323850"/>
                <a:gd name="connsiteY10" fmla="*/ 0 h 250208"/>
                <a:gd name="connsiteX11" fmla="*/ 285750 w 323850"/>
                <a:gd name="connsiteY11" fmla="*/ 95250 h 250208"/>
                <a:gd name="connsiteX12" fmla="*/ 295275 w 323850"/>
                <a:gd name="connsiteY12" fmla="*/ 123825 h 250208"/>
                <a:gd name="connsiteX13" fmla="*/ 314325 w 323850"/>
                <a:gd name="connsiteY13" fmla="*/ 190500 h 250208"/>
                <a:gd name="connsiteX14" fmla="*/ 323850 w 323850"/>
                <a:gd name="connsiteY14" fmla="*/ 209550 h 250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323850" h="250208">
                  <a:moveTo>
                    <a:pt x="0" y="209550"/>
                  </a:moveTo>
                  <a:cubicBezTo>
                    <a:pt x="9346" y="197868"/>
                    <a:pt x="47041" y="153568"/>
                    <a:pt x="57150" y="133350"/>
                  </a:cubicBezTo>
                  <a:cubicBezTo>
                    <a:pt x="61640" y="124370"/>
                    <a:pt x="63500" y="114300"/>
                    <a:pt x="66675" y="104775"/>
                  </a:cubicBezTo>
                  <a:cubicBezTo>
                    <a:pt x="69850" y="152400"/>
                    <a:pt x="61106" y="202369"/>
                    <a:pt x="76200" y="247650"/>
                  </a:cubicBezTo>
                  <a:cubicBezTo>
                    <a:pt x="80460" y="260429"/>
                    <a:pt x="91488" y="221290"/>
                    <a:pt x="104775" y="219075"/>
                  </a:cubicBezTo>
                  <a:cubicBezTo>
                    <a:pt x="116067" y="217193"/>
                    <a:pt x="123825" y="231775"/>
                    <a:pt x="133350" y="238125"/>
                  </a:cubicBezTo>
                  <a:cubicBezTo>
                    <a:pt x="142875" y="225425"/>
                    <a:pt x="154049" y="213808"/>
                    <a:pt x="161925" y="200025"/>
                  </a:cubicBezTo>
                  <a:cubicBezTo>
                    <a:pt x="166906" y="191308"/>
                    <a:pt x="167925" y="180851"/>
                    <a:pt x="171450" y="171450"/>
                  </a:cubicBezTo>
                  <a:cubicBezTo>
                    <a:pt x="177453" y="155441"/>
                    <a:pt x="184150" y="139700"/>
                    <a:pt x="190500" y="123825"/>
                  </a:cubicBezTo>
                  <a:cubicBezTo>
                    <a:pt x="212403" y="-7591"/>
                    <a:pt x="174358" y="112946"/>
                    <a:pt x="238125" y="57150"/>
                  </a:cubicBezTo>
                  <a:cubicBezTo>
                    <a:pt x="255355" y="42073"/>
                    <a:pt x="276225" y="0"/>
                    <a:pt x="276225" y="0"/>
                  </a:cubicBezTo>
                  <a:cubicBezTo>
                    <a:pt x="279400" y="31750"/>
                    <a:pt x="280898" y="63713"/>
                    <a:pt x="285750" y="95250"/>
                  </a:cubicBezTo>
                  <a:cubicBezTo>
                    <a:pt x="287277" y="105173"/>
                    <a:pt x="292517" y="114171"/>
                    <a:pt x="295275" y="123825"/>
                  </a:cubicBezTo>
                  <a:cubicBezTo>
                    <a:pt x="304307" y="155437"/>
                    <a:pt x="302906" y="161953"/>
                    <a:pt x="314325" y="190500"/>
                  </a:cubicBezTo>
                  <a:cubicBezTo>
                    <a:pt x="316962" y="197092"/>
                    <a:pt x="320675" y="203200"/>
                    <a:pt x="323850" y="209550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198" name="Forma livre 197"/>
            <p:cNvSpPr/>
            <p:nvPr/>
          </p:nvSpPr>
          <p:spPr>
            <a:xfrm rot="21279157">
              <a:off x="1101700" y="1505242"/>
              <a:ext cx="372071" cy="372471"/>
            </a:xfrm>
            <a:custGeom>
              <a:avLst/>
              <a:gdLst>
                <a:gd name="connsiteX0" fmla="*/ 0 w 372071"/>
                <a:gd name="connsiteY0" fmla="*/ 258171 h 372471"/>
                <a:gd name="connsiteX1" fmla="*/ 76200 w 372071"/>
                <a:gd name="connsiteY1" fmla="*/ 191496 h 372471"/>
                <a:gd name="connsiteX2" fmla="*/ 114300 w 372071"/>
                <a:gd name="connsiteY2" fmla="*/ 143871 h 372471"/>
                <a:gd name="connsiteX3" fmla="*/ 133350 w 372071"/>
                <a:gd name="connsiteY3" fmla="*/ 220071 h 372471"/>
                <a:gd name="connsiteX4" fmla="*/ 123825 w 372071"/>
                <a:gd name="connsiteY4" fmla="*/ 286746 h 372471"/>
                <a:gd name="connsiteX5" fmla="*/ 142875 w 372071"/>
                <a:gd name="connsiteY5" fmla="*/ 210546 h 372471"/>
                <a:gd name="connsiteX6" fmla="*/ 161925 w 372071"/>
                <a:gd name="connsiteY6" fmla="*/ 181971 h 372471"/>
                <a:gd name="connsiteX7" fmla="*/ 180975 w 372071"/>
                <a:gd name="connsiteY7" fmla="*/ 115296 h 372471"/>
                <a:gd name="connsiteX8" fmla="*/ 190500 w 372071"/>
                <a:gd name="connsiteY8" fmla="*/ 324846 h 372471"/>
                <a:gd name="connsiteX9" fmla="*/ 209550 w 372071"/>
                <a:gd name="connsiteY9" fmla="*/ 286746 h 372471"/>
                <a:gd name="connsiteX10" fmla="*/ 219075 w 372071"/>
                <a:gd name="connsiteY10" fmla="*/ 229596 h 372471"/>
                <a:gd name="connsiteX11" fmla="*/ 228600 w 372071"/>
                <a:gd name="connsiteY11" fmla="*/ 191496 h 372471"/>
                <a:gd name="connsiteX12" fmla="*/ 238125 w 372071"/>
                <a:gd name="connsiteY12" fmla="*/ 220071 h 372471"/>
                <a:gd name="connsiteX13" fmla="*/ 295275 w 372071"/>
                <a:gd name="connsiteY13" fmla="*/ 220071 h 372471"/>
                <a:gd name="connsiteX14" fmla="*/ 314325 w 372071"/>
                <a:gd name="connsiteY14" fmla="*/ 143871 h 372471"/>
                <a:gd name="connsiteX15" fmla="*/ 333375 w 372071"/>
                <a:gd name="connsiteY15" fmla="*/ 115296 h 372471"/>
                <a:gd name="connsiteX16" fmla="*/ 361950 w 372071"/>
                <a:gd name="connsiteY16" fmla="*/ 29571 h 372471"/>
                <a:gd name="connsiteX17" fmla="*/ 361950 w 372071"/>
                <a:gd name="connsiteY17" fmla="*/ 58146 h 372471"/>
                <a:gd name="connsiteX18" fmla="*/ 352425 w 372071"/>
                <a:gd name="connsiteY18" fmla="*/ 191496 h 372471"/>
                <a:gd name="connsiteX19" fmla="*/ 342900 w 372071"/>
                <a:gd name="connsiteY19" fmla="*/ 372471 h 372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72071" h="372471">
                  <a:moveTo>
                    <a:pt x="0" y="258171"/>
                  </a:moveTo>
                  <a:cubicBezTo>
                    <a:pt x="31134" y="233263"/>
                    <a:pt x="51146" y="220130"/>
                    <a:pt x="76200" y="191496"/>
                  </a:cubicBezTo>
                  <a:cubicBezTo>
                    <a:pt x="89587" y="176196"/>
                    <a:pt x="101600" y="159746"/>
                    <a:pt x="114300" y="143871"/>
                  </a:cubicBezTo>
                  <a:cubicBezTo>
                    <a:pt x="121816" y="166420"/>
                    <a:pt x="133350" y="197083"/>
                    <a:pt x="133350" y="220071"/>
                  </a:cubicBezTo>
                  <a:cubicBezTo>
                    <a:pt x="133350" y="242522"/>
                    <a:pt x="107950" y="302621"/>
                    <a:pt x="123825" y="286746"/>
                  </a:cubicBezTo>
                  <a:cubicBezTo>
                    <a:pt x="142338" y="268233"/>
                    <a:pt x="128352" y="232331"/>
                    <a:pt x="142875" y="210546"/>
                  </a:cubicBezTo>
                  <a:cubicBezTo>
                    <a:pt x="149225" y="201021"/>
                    <a:pt x="156805" y="192210"/>
                    <a:pt x="161925" y="181971"/>
                  </a:cubicBezTo>
                  <a:cubicBezTo>
                    <a:pt x="168757" y="168306"/>
                    <a:pt x="177923" y="127503"/>
                    <a:pt x="180975" y="115296"/>
                  </a:cubicBezTo>
                  <a:cubicBezTo>
                    <a:pt x="184150" y="185146"/>
                    <a:pt x="179005" y="255875"/>
                    <a:pt x="190500" y="324846"/>
                  </a:cubicBezTo>
                  <a:cubicBezTo>
                    <a:pt x="192834" y="338852"/>
                    <a:pt x="205470" y="300346"/>
                    <a:pt x="209550" y="286746"/>
                  </a:cubicBezTo>
                  <a:cubicBezTo>
                    <a:pt x="215099" y="268248"/>
                    <a:pt x="215287" y="248534"/>
                    <a:pt x="219075" y="229596"/>
                  </a:cubicBezTo>
                  <a:cubicBezTo>
                    <a:pt x="221642" y="216759"/>
                    <a:pt x="225425" y="204196"/>
                    <a:pt x="228600" y="191496"/>
                  </a:cubicBezTo>
                  <a:cubicBezTo>
                    <a:pt x="231775" y="201021"/>
                    <a:pt x="231025" y="212971"/>
                    <a:pt x="238125" y="220071"/>
                  </a:cubicBezTo>
                  <a:cubicBezTo>
                    <a:pt x="257175" y="239121"/>
                    <a:pt x="276225" y="226421"/>
                    <a:pt x="295275" y="220071"/>
                  </a:cubicBezTo>
                  <a:cubicBezTo>
                    <a:pt x="298898" y="201957"/>
                    <a:pt x="304562" y="163397"/>
                    <a:pt x="314325" y="143871"/>
                  </a:cubicBezTo>
                  <a:cubicBezTo>
                    <a:pt x="319445" y="133632"/>
                    <a:pt x="328972" y="125863"/>
                    <a:pt x="333375" y="115296"/>
                  </a:cubicBezTo>
                  <a:cubicBezTo>
                    <a:pt x="344960" y="87492"/>
                    <a:pt x="352425" y="58146"/>
                    <a:pt x="361950" y="29571"/>
                  </a:cubicBezTo>
                  <a:cubicBezTo>
                    <a:pt x="377582" y="-17326"/>
                    <a:pt x="373126" y="-8908"/>
                    <a:pt x="361950" y="58146"/>
                  </a:cubicBezTo>
                  <a:cubicBezTo>
                    <a:pt x="358775" y="102596"/>
                    <a:pt x="355121" y="147014"/>
                    <a:pt x="352425" y="191496"/>
                  </a:cubicBezTo>
                  <a:cubicBezTo>
                    <a:pt x="348771" y="251794"/>
                    <a:pt x="342900" y="372471"/>
                    <a:pt x="342900" y="372471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>
                <a:solidFill>
                  <a:srgbClr val="FF0000"/>
                </a:solidFill>
              </a:endParaRPr>
            </a:p>
          </p:txBody>
        </p:sp>
        <p:sp>
          <p:nvSpPr>
            <p:cNvPr id="199" name="Forma livre 198"/>
            <p:cNvSpPr/>
            <p:nvPr/>
          </p:nvSpPr>
          <p:spPr>
            <a:xfrm rot="21279157">
              <a:off x="939761" y="1847746"/>
              <a:ext cx="342900" cy="310098"/>
            </a:xfrm>
            <a:custGeom>
              <a:avLst/>
              <a:gdLst>
                <a:gd name="connsiteX0" fmla="*/ 0 w 342900"/>
                <a:gd name="connsiteY0" fmla="*/ 161925 h 310098"/>
                <a:gd name="connsiteX1" fmla="*/ 19050 w 342900"/>
                <a:gd name="connsiteY1" fmla="*/ 114300 h 310098"/>
                <a:gd name="connsiteX2" fmla="*/ 38100 w 342900"/>
                <a:gd name="connsiteY2" fmla="*/ 57150 h 310098"/>
                <a:gd name="connsiteX3" fmla="*/ 47625 w 342900"/>
                <a:gd name="connsiteY3" fmla="*/ 133350 h 310098"/>
                <a:gd name="connsiteX4" fmla="*/ 66675 w 342900"/>
                <a:gd name="connsiteY4" fmla="*/ 57150 h 310098"/>
                <a:gd name="connsiteX5" fmla="*/ 57150 w 342900"/>
                <a:gd name="connsiteY5" fmla="*/ 123825 h 310098"/>
                <a:gd name="connsiteX6" fmla="*/ 76200 w 342900"/>
                <a:gd name="connsiteY6" fmla="*/ 219075 h 310098"/>
                <a:gd name="connsiteX7" fmla="*/ 85725 w 342900"/>
                <a:gd name="connsiteY7" fmla="*/ 190500 h 310098"/>
                <a:gd name="connsiteX8" fmla="*/ 95250 w 342900"/>
                <a:gd name="connsiteY8" fmla="*/ 247650 h 310098"/>
                <a:gd name="connsiteX9" fmla="*/ 133350 w 342900"/>
                <a:gd name="connsiteY9" fmla="*/ 238125 h 310098"/>
                <a:gd name="connsiteX10" fmla="*/ 161925 w 342900"/>
                <a:gd name="connsiteY10" fmla="*/ 133350 h 310098"/>
                <a:gd name="connsiteX11" fmla="*/ 171450 w 342900"/>
                <a:gd name="connsiteY11" fmla="*/ 171450 h 310098"/>
                <a:gd name="connsiteX12" fmla="*/ 209550 w 342900"/>
                <a:gd name="connsiteY12" fmla="*/ 114300 h 310098"/>
                <a:gd name="connsiteX13" fmla="*/ 219075 w 342900"/>
                <a:gd name="connsiteY13" fmla="*/ 47625 h 310098"/>
                <a:gd name="connsiteX14" fmla="*/ 276225 w 342900"/>
                <a:gd name="connsiteY14" fmla="*/ 0 h 310098"/>
                <a:gd name="connsiteX15" fmla="*/ 295275 w 342900"/>
                <a:gd name="connsiteY15" fmla="*/ 276225 h 310098"/>
                <a:gd name="connsiteX16" fmla="*/ 304800 w 342900"/>
                <a:gd name="connsiteY16" fmla="*/ 228600 h 310098"/>
                <a:gd name="connsiteX17" fmla="*/ 314325 w 342900"/>
                <a:gd name="connsiteY17" fmla="*/ 200025 h 310098"/>
                <a:gd name="connsiteX18" fmla="*/ 342900 w 342900"/>
                <a:gd name="connsiteY18" fmla="*/ 161925 h 31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342900" h="310098">
                  <a:moveTo>
                    <a:pt x="0" y="161925"/>
                  </a:moveTo>
                  <a:cubicBezTo>
                    <a:pt x="6350" y="146050"/>
                    <a:pt x="13207" y="130368"/>
                    <a:pt x="19050" y="114300"/>
                  </a:cubicBezTo>
                  <a:cubicBezTo>
                    <a:pt x="25912" y="95429"/>
                    <a:pt x="38100" y="57150"/>
                    <a:pt x="38100" y="57150"/>
                  </a:cubicBezTo>
                  <a:cubicBezTo>
                    <a:pt x="41275" y="82550"/>
                    <a:pt x="38118" y="109583"/>
                    <a:pt x="47625" y="133350"/>
                  </a:cubicBezTo>
                  <a:cubicBezTo>
                    <a:pt x="55141" y="152141"/>
                    <a:pt x="66675" y="13481"/>
                    <a:pt x="66675" y="57150"/>
                  </a:cubicBezTo>
                  <a:cubicBezTo>
                    <a:pt x="66675" y="79601"/>
                    <a:pt x="60325" y="101600"/>
                    <a:pt x="57150" y="123825"/>
                  </a:cubicBezTo>
                  <a:cubicBezTo>
                    <a:pt x="72050" y="392017"/>
                    <a:pt x="57807" y="320237"/>
                    <a:pt x="76200" y="219075"/>
                  </a:cubicBezTo>
                  <a:cubicBezTo>
                    <a:pt x="77996" y="209197"/>
                    <a:pt x="82550" y="200025"/>
                    <a:pt x="85725" y="190500"/>
                  </a:cubicBezTo>
                  <a:cubicBezTo>
                    <a:pt x="88900" y="209550"/>
                    <a:pt x="81594" y="233994"/>
                    <a:pt x="95250" y="247650"/>
                  </a:cubicBezTo>
                  <a:cubicBezTo>
                    <a:pt x="104507" y="256907"/>
                    <a:pt x="124831" y="248064"/>
                    <a:pt x="133350" y="238125"/>
                  </a:cubicBezTo>
                  <a:cubicBezTo>
                    <a:pt x="145960" y="223413"/>
                    <a:pt x="157781" y="154068"/>
                    <a:pt x="161925" y="133350"/>
                  </a:cubicBezTo>
                  <a:cubicBezTo>
                    <a:pt x="165100" y="146050"/>
                    <a:pt x="159295" y="176312"/>
                    <a:pt x="171450" y="171450"/>
                  </a:cubicBezTo>
                  <a:cubicBezTo>
                    <a:pt x="192708" y="162947"/>
                    <a:pt x="209550" y="114300"/>
                    <a:pt x="209550" y="114300"/>
                  </a:cubicBezTo>
                  <a:cubicBezTo>
                    <a:pt x="212725" y="92075"/>
                    <a:pt x="210737" y="68470"/>
                    <a:pt x="219075" y="47625"/>
                  </a:cubicBezTo>
                  <a:cubicBezTo>
                    <a:pt x="225742" y="30957"/>
                    <a:pt x="261939" y="9524"/>
                    <a:pt x="276225" y="0"/>
                  </a:cubicBezTo>
                  <a:cubicBezTo>
                    <a:pt x="309156" y="131725"/>
                    <a:pt x="260106" y="-75463"/>
                    <a:pt x="295275" y="276225"/>
                  </a:cubicBezTo>
                  <a:cubicBezTo>
                    <a:pt x="296886" y="292334"/>
                    <a:pt x="300873" y="244306"/>
                    <a:pt x="304800" y="228600"/>
                  </a:cubicBezTo>
                  <a:cubicBezTo>
                    <a:pt x="307235" y="218860"/>
                    <a:pt x="309835" y="209005"/>
                    <a:pt x="314325" y="200025"/>
                  </a:cubicBezTo>
                  <a:cubicBezTo>
                    <a:pt x="325095" y="178484"/>
                    <a:pt x="329505" y="175320"/>
                    <a:pt x="342900" y="161925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0" name="Forma livre 199"/>
            <p:cNvSpPr/>
            <p:nvPr/>
          </p:nvSpPr>
          <p:spPr>
            <a:xfrm rot="21279157">
              <a:off x="842484" y="1941425"/>
              <a:ext cx="323850" cy="285750"/>
            </a:xfrm>
            <a:custGeom>
              <a:avLst/>
              <a:gdLst>
                <a:gd name="connsiteX0" fmla="*/ 0 w 323850"/>
                <a:gd name="connsiteY0" fmla="*/ 142875 h 285750"/>
                <a:gd name="connsiteX1" fmla="*/ 19050 w 323850"/>
                <a:gd name="connsiteY1" fmla="*/ 19050 h 285750"/>
                <a:gd name="connsiteX2" fmla="*/ 28575 w 323850"/>
                <a:gd name="connsiteY2" fmla="*/ 76200 h 285750"/>
                <a:gd name="connsiteX3" fmla="*/ 47625 w 323850"/>
                <a:gd name="connsiteY3" fmla="*/ 133350 h 285750"/>
                <a:gd name="connsiteX4" fmla="*/ 57150 w 323850"/>
                <a:gd name="connsiteY4" fmla="*/ 209550 h 285750"/>
                <a:gd name="connsiteX5" fmla="*/ 66675 w 323850"/>
                <a:gd name="connsiteY5" fmla="*/ 171450 h 285750"/>
                <a:gd name="connsiteX6" fmla="*/ 76200 w 323850"/>
                <a:gd name="connsiteY6" fmla="*/ 209550 h 285750"/>
                <a:gd name="connsiteX7" fmla="*/ 114300 w 323850"/>
                <a:gd name="connsiteY7" fmla="*/ 257175 h 285750"/>
                <a:gd name="connsiteX8" fmla="*/ 142875 w 323850"/>
                <a:gd name="connsiteY8" fmla="*/ 142875 h 285750"/>
                <a:gd name="connsiteX9" fmla="*/ 152400 w 323850"/>
                <a:gd name="connsiteY9" fmla="*/ 114300 h 285750"/>
                <a:gd name="connsiteX10" fmla="*/ 161925 w 323850"/>
                <a:gd name="connsiteY10" fmla="*/ 190500 h 285750"/>
                <a:gd name="connsiteX11" fmla="*/ 190500 w 323850"/>
                <a:gd name="connsiteY11" fmla="*/ 95250 h 285750"/>
                <a:gd name="connsiteX12" fmla="*/ 200025 w 323850"/>
                <a:gd name="connsiteY12" fmla="*/ 66675 h 285750"/>
                <a:gd name="connsiteX13" fmla="*/ 209550 w 323850"/>
                <a:gd name="connsiteY13" fmla="*/ 95250 h 285750"/>
                <a:gd name="connsiteX14" fmla="*/ 219075 w 323850"/>
                <a:gd name="connsiteY14" fmla="*/ 133350 h 285750"/>
                <a:gd name="connsiteX15" fmla="*/ 247650 w 323850"/>
                <a:gd name="connsiteY15" fmla="*/ 95250 h 285750"/>
                <a:gd name="connsiteX16" fmla="*/ 276225 w 323850"/>
                <a:gd name="connsiteY16" fmla="*/ 28575 h 285750"/>
                <a:gd name="connsiteX17" fmla="*/ 285750 w 323850"/>
                <a:gd name="connsiteY17" fmla="*/ 0 h 285750"/>
                <a:gd name="connsiteX18" fmla="*/ 295275 w 323850"/>
                <a:gd name="connsiteY18" fmla="*/ 38100 h 285750"/>
                <a:gd name="connsiteX19" fmla="*/ 314325 w 323850"/>
                <a:gd name="connsiteY19" fmla="*/ 209550 h 285750"/>
                <a:gd name="connsiteX20" fmla="*/ 323850 w 323850"/>
                <a:gd name="connsiteY20" fmla="*/ 28575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323850" h="285750">
                  <a:moveTo>
                    <a:pt x="0" y="142875"/>
                  </a:moveTo>
                  <a:cubicBezTo>
                    <a:pt x="6350" y="101600"/>
                    <a:pt x="2600" y="57434"/>
                    <a:pt x="19050" y="19050"/>
                  </a:cubicBezTo>
                  <a:cubicBezTo>
                    <a:pt x="26658" y="1299"/>
                    <a:pt x="23891" y="57464"/>
                    <a:pt x="28575" y="76200"/>
                  </a:cubicBezTo>
                  <a:cubicBezTo>
                    <a:pt x="33445" y="95681"/>
                    <a:pt x="47625" y="133350"/>
                    <a:pt x="47625" y="133350"/>
                  </a:cubicBezTo>
                  <a:cubicBezTo>
                    <a:pt x="50800" y="158750"/>
                    <a:pt x="45702" y="186655"/>
                    <a:pt x="57150" y="209550"/>
                  </a:cubicBezTo>
                  <a:cubicBezTo>
                    <a:pt x="63004" y="221259"/>
                    <a:pt x="53584" y="171450"/>
                    <a:pt x="66675" y="171450"/>
                  </a:cubicBezTo>
                  <a:cubicBezTo>
                    <a:pt x="79766" y="171450"/>
                    <a:pt x="72604" y="196963"/>
                    <a:pt x="76200" y="209550"/>
                  </a:cubicBezTo>
                  <a:cubicBezTo>
                    <a:pt x="87025" y="247439"/>
                    <a:pt x="80016" y="234319"/>
                    <a:pt x="114300" y="257175"/>
                  </a:cubicBezTo>
                  <a:cubicBezTo>
                    <a:pt x="127126" y="180218"/>
                    <a:pt x="117718" y="218347"/>
                    <a:pt x="142875" y="142875"/>
                  </a:cubicBezTo>
                  <a:lnTo>
                    <a:pt x="152400" y="114300"/>
                  </a:lnTo>
                  <a:cubicBezTo>
                    <a:pt x="155575" y="139700"/>
                    <a:pt x="140626" y="176301"/>
                    <a:pt x="161925" y="190500"/>
                  </a:cubicBezTo>
                  <a:cubicBezTo>
                    <a:pt x="167358" y="194122"/>
                    <a:pt x="187681" y="105116"/>
                    <a:pt x="190500" y="95250"/>
                  </a:cubicBezTo>
                  <a:cubicBezTo>
                    <a:pt x="193258" y="85596"/>
                    <a:pt x="196850" y="76200"/>
                    <a:pt x="200025" y="66675"/>
                  </a:cubicBezTo>
                  <a:cubicBezTo>
                    <a:pt x="203200" y="76200"/>
                    <a:pt x="206792" y="85596"/>
                    <a:pt x="209550" y="95250"/>
                  </a:cubicBezTo>
                  <a:cubicBezTo>
                    <a:pt x="213146" y="107837"/>
                    <a:pt x="205984" y="133350"/>
                    <a:pt x="219075" y="133350"/>
                  </a:cubicBezTo>
                  <a:cubicBezTo>
                    <a:pt x="234950" y="133350"/>
                    <a:pt x="238125" y="107950"/>
                    <a:pt x="247650" y="95250"/>
                  </a:cubicBezTo>
                  <a:cubicBezTo>
                    <a:pt x="269988" y="28237"/>
                    <a:pt x="240915" y="110965"/>
                    <a:pt x="276225" y="28575"/>
                  </a:cubicBezTo>
                  <a:cubicBezTo>
                    <a:pt x="280180" y="19347"/>
                    <a:pt x="282575" y="9525"/>
                    <a:pt x="285750" y="0"/>
                  </a:cubicBezTo>
                  <a:cubicBezTo>
                    <a:pt x="288925" y="12700"/>
                    <a:pt x="292933" y="25220"/>
                    <a:pt x="295275" y="38100"/>
                  </a:cubicBezTo>
                  <a:cubicBezTo>
                    <a:pt x="307102" y="103151"/>
                    <a:pt x="306918" y="139182"/>
                    <a:pt x="314325" y="209550"/>
                  </a:cubicBezTo>
                  <a:cubicBezTo>
                    <a:pt x="317005" y="235007"/>
                    <a:pt x="323850" y="285750"/>
                    <a:pt x="323850" y="285750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1" name="Forma livre 200"/>
            <p:cNvSpPr/>
            <p:nvPr/>
          </p:nvSpPr>
          <p:spPr>
            <a:xfrm rot="21279157">
              <a:off x="1345537" y="1351629"/>
              <a:ext cx="333673" cy="297901"/>
            </a:xfrm>
            <a:custGeom>
              <a:avLst/>
              <a:gdLst>
                <a:gd name="connsiteX0" fmla="*/ 0 w 333673"/>
                <a:gd name="connsiteY0" fmla="*/ 219075 h 297901"/>
                <a:gd name="connsiteX1" fmla="*/ 19050 w 333673"/>
                <a:gd name="connsiteY1" fmla="*/ 171450 h 297901"/>
                <a:gd name="connsiteX2" fmla="*/ 28575 w 333673"/>
                <a:gd name="connsiteY2" fmla="*/ 142875 h 297901"/>
                <a:gd name="connsiteX3" fmla="*/ 47625 w 333673"/>
                <a:gd name="connsiteY3" fmla="*/ 114300 h 297901"/>
                <a:gd name="connsiteX4" fmla="*/ 57150 w 333673"/>
                <a:gd name="connsiteY4" fmla="*/ 247650 h 297901"/>
                <a:gd name="connsiteX5" fmla="*/ 85725 w 333673"/>
                <a:gd name="connsiteY5" fmla="*/ 200025 h 297901"/>
                <a:gd name="connsiteX6" fmla="*/ 123825 w 333673"/>
                <a:gd name="connsiteY6" fmla="*/ 219075 h 297901"/>
                <a:gd name="connsiteX7" fmla="*/ 152400 w 333673"/>
                <a:gd name="connsiteY7" fmla="*/ 209550 h 297901"/>
                <a:gd name="connsiteX8" fmla="*/ 161925 w 333673"/>
                <a:gd name="connsiteY8" fmla="*/ 247650 h 297901"/>
                <a:gd name="connsiteX9" fmla="*/ 171450 w 333673"/>
                <a:gd name="connsiteY9" fmla="*/ 209550 h 297901"/>
                <a:gd name="connsiteX10" fmla="*/ 180975 w 333673"/>
                <a:gd name="connsiteY10" fmla="*/ 180975 h 297901"/>
                <a:gd name="connsiteX11" fmla="*/ 190500 w 333673"/>
                <a:gd name="connsiteY11" fmla="*/ 104775 h 297901"/>
                <a:gd name="connsiteX12" fmla="*/ 209550 w 333673"/>
                <a:gd name="connsiteY12" fmla="*/ 0 h 297901"/>
                <a:gd name="connsiteX13" fmla="*/ 238125 w 333673"/>
                <a:gd name="connsiteY13" fmla="*/ 295275 h 297901"/>
                <a:gd name="connsiteX14" fmla="*/ 247650 w 333673"/>
                <a:gd name="connsiteY14" fmla="*/ 257175 h 297901"/>
                <a:gd name="connsiteX15" fmla="*/ 304800 w 333673"/>
                <a:gd name="connsiteY15" fmla="*/ 219075 h 297901"/>
                <a:gd name="connsiteX16" fmla="*/ 333375 w 333673"/>
                <a:gd name="connsiteY16" fmla="*/ 180975 h 2979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33673" h="297901">
                  <a:moveTo>
                    <a:pt x="0" y="219075"/>
                  </a:moveTo>
                  <a:cubicBezTo>
                    <a:pt x="6350" y="203200"/>
                    <a:pt x="13047" y="187459"/>
                    <a:pt x="19050" y="171450"/>
                  </a:cubicBezTo>
                  <a:cubicBezTo>
                    <a:pt x="22575" y="162049"/>
                    <a:pt x="24085" y="151855"/>
                    <a:pt x="28575" y="142875"/>
                  </a:cubicBezTo>
                  <a:cubicBezTo>
                    <a:pt x="33695" y="132636"/>
                    <a:pt x="41275" y="123825"/>
                    <a:pt x="47625" y="114300"/>
                  </a:cubicBezTo>
                  <a:cubicBezTo>
                    <a:pt x="50800" y="158750"/>
                    <a:pt x="39051" y="206928"/>
                    <a:pt x="57150" y="247650"/>
                  </a:cubicBezTo>
                  <a:cubicBezTo>
                    <a:pt x="64669" y="264568"/>
                    <a:pt x="68709" y="207318"/>
                    <a:pt x="85725" y="200025"/>
                  </a:cubicBezTo>
                  <a:cubicBezTo>
                    <a:pt x="98776" y="194432"/>
                    <a:pt x="111125" y="212725"/>
                    <a:pt x="123825" y="219075"/>
                  </a:cubicBezTo>
                  <a:cubicBezTo>
                    <a:pt x="133350" y="215900"/>
                    <a:pt x="144368" y="203526"/>
                    <a:pt x="152400" y="209550"/>
                  </a:cubicBezTo>
                  <a:cubicBezTo>
                    <a:pt x="162873" y="217405"/>
                    <a:pt x="148834" y="247650"/>
                    <a:pt x="161925" y="247650"/>
                  </a:cubicBezTo>
                  <a:cubicBezTo>
                    <a:pt x="175016" y="247650"/>
                    <a:pt x="167854" y="222137"/>
                    <a:pt x="171450" y="209550"/>
                  </a:cubicBezTo>
                  <a:cubicBezTo>
                    <a:pt x="174208" y="199896"/>
                    <a:pt x="177800" y="190500"/>
                    <a:pt x="180975" y="180975"/>
                  </a:cubicBezTo>
                  <a:cubicBezTo>
                    <a:pt x="184150" y="155575"/>
                    <a:pt x="186880" y="130115"/>
                    <a:pt x="190500" y="104775"/>
                  </a:cubicBezTo>
                  <a:cubicBezTo>
                    <a:pt x="196593" y="62122"/>
                    <a:pt x="201345" y="41024"/>
                    <a:pt x="209550" y="0"/>
                  </a:cubicBezTo>
                  <a:cubicBezTo>
                    <a:pt x="263000" y="133625"/>
                    <a:pt x="209974" y="-14381"/>
                    <a:pt x="238125" y="295275"/>
                  </a:cubicBezTo>
                  <a:cubicBezTo>
                    <a:pt x="239310" y="308312"/>
                    <a:pt x="242493" y="269207"/>
                    <a:pt x="247650" y="257175"/>
                  </a:cubicBezTo>
                  <a:cubicBezTo>
                    <a:pt x="263437" y="220339"/>
                    <a:pt x="267630" y="228368"/>
                    <a:pt x="304800" y="219075"/>
                  </a:cubicBezTo>
                  <a:cubicBezTo>
                    <a:pt x="338659" y="196503"/>
                    <a:pt x="333375" y="211473"/>
                    <a:pt x="333375" y="180975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  <p:sp>
          <p:nvSpPr>
            <p:cNvPr id="202" name="Forma livre 201"/>
            <p:cNvSpPr/>
            <p:nvPr/>
          </p:nvSpPr>
          <p:spPr>
            <a:xfrm rot="21279157">
              <a:off x="1434417" y="1221744"/>
              <a:ext cx="323850" cy="285750"/>
            </a:xfrm>
            <a:custGeom>
              <a:avLst/>
              <a:gdLst>
                <a:gd name="connsiteX0" fmla="*/ 0 w 323850"/>
                <a:gd name="connsiteY0" fmla="*/ 209550 h 285750"/>
                <a:gd name="connsiteX1" fmla="*/ 19050 w 323850"/>
                <a:gd name="connsiteY1" fmla="*/ 123825 h 285750"/>
                <a:gd name="connsiteX2" fmla="*/ 47625 w 323850"/>
                <a:gd name="connsiteY2" fmla="*/ 142875 h 285750"/>
                <a:gd name="connsiteX3" fmla="*/ 57150 w 323850"/>
                <a:gd name="connsiteY3" fmla="*/ 171450 h 285750"/>
                <a:gd name="connsiteX4" fmla="*/ 95250 w 323850"/>
                <a:gd name="connsiteY4" fmla="*/ 133350 h 285750"/>
                <a:gd name="connsiteX5" fmla="*/ 104775 w 323850"/>
                <a:gd name="connsiteY5" fmla="*/ 104775 h 285750"/>
                <a:gd name="connsiteX6" fmla="*/ 123825 w 323850"/>
                <a:gd name="connsiteY6" fmla="*/ 66675 h 285750"/>
                <a:gd name="connsiteX7" fmla="*/ 133350 w 323850"/>
                <a:gd name="connsiteY7" fmla="*/ 28575 h 285750"/>
                <a:gd name="connsiteX8" fmla="*/ 142875 w 323850"/>
                <a:gd name="connsiteY8" fmla="*/ 0 h 285750"/>
                <a:gd name="connsiteX9" fmla="*/ 161925 w 323850"/>
                <a:gd name="connsiteY9" fmla="*/ 266700 h 285750"/>
                <a:gd name="connsiteX10" fmla="*/ 171450 w 323850"/>
                <a:gd name="connsiteY10" fmla="*/ 238125 h 285750"/>
                <a:gd name="connsiteX11" fmla="*/ 190500 w 323850"/>
                <a:gd name="connsiteY11" fmla="*/ 209550 h 285750"/>
                <a:gd name="connsiteX12" fmla="*/ 209550 w 323850"/>
                <a:gd name="connsiteY12" fmla="*/ 171450 h 285750"/>
                <a:gd name="connsiteX13" fmla="*/ 219075 w 323850"/>
                <a:gd name="connsiteY13" fmla="*/ 200025 h 285750"/>
                <a:gd name="connsiteX14" fmla="*/ 285750 w 323850"/>
                <a:gd name="connsiteY14" fmla="*/ 161925 h 285750"/>
                <a:gd name="connsiteX15" fmla="*/ 304800 w 323850"/>
                <a:gd name="connsiteY15" fmla="*/ 180975 h 285750"/>
                <a:gd name="connsiteX16" fmla="*/ 323850 w 323850"/>
                <a:gd name="connsiteY16" fmla="*/ 285750 h 28575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323850" h="285750">
                  <a:moveTo>
                    <a:pt x="0" y="209550"/>
                  </a:moveTo>
                  <a:cubicBezTo>
                    <a:pt x="6350" y="180975"/>
                    <a:pt x="2036" y="147645"/>
                    <a:pt x="19050" y="123825"/>
                  </a:cubicBezTo>
                  <a:cubicBezTo>
                    <a:pt x="25704" y="114510"/>
                    <a:pt x="40474" y="133936"/>
                    <a:pt x="47625" y="142875"/>
                  </a:cubicBezTo>
                  <a:cubicBezTo>
                    <a:pt x="53897" y="150715"/>
                    <a:pt x="53975" y="161925"/>
                    <a:pt x="57150" y="171450"/>
                  </a:cubicBezTo>
                  <a:cubicBezTo>
                    <a:pt x="69850" y="158750"/>
                    <a:pt x="84811" y="147965"/>
                    <a:pt x="95250" y="133350"/>
                  </a:cubicBezTo>
                  <a:cubicBezTo>
                    <a:pt x="101086" y="125180"/>
                    <a:pt x="100820" y="114003"/>
                    <a:pt x="104775" y="104775"/>
                  </a:cubicBezTo>
                  <a:cubicBezTo>
                    <a:pt x="110368" y="91724"/>
                    <a:pt x="118839" y="79970"/>
                    <a:pt x="123825" y="66675"/>
                  </a:cubicBezTo>
                  <a:cubicBezTo>
                    <a:pt x="128422" y="54418"/>
                    <a:pt x="129754" y="41162"/>
                    <a:pt x="133350" y="28575"/>
                  </a:cubicBezTo>
                  <a:cubicBezTo>
                    <a:pt x="136108" y="18921"/>
                    <a:pt x="139700" y="9525"/>
                    <a:pt x="142875" y="0"/>
                  </a:cubicBezTo>
                  <a:cubicBezTo>
                    <a:pt x="174487" y="126449"/>
                    <a:pt x="130940" y="-58638"/>
                    <a:pt x="161925" y="266700"/>
                  </a:cubicBezTo>
                  <a:cubicBezTo>
                    <a:pt x="162877" y="276695"/>
                    <a:pt x="166960" y="247105"/>
                    <a:pt x="171450" y="238125"/>
                  </a:cubicBezTo>
                  <a:cubicBezTo>
                    <a:pt x="176570" y="227886"/>
                    <a:pt x="184820" y="219489"/>
                    <a:pt x="190500" y="209550"/>
                  </a:cubicBezTo>
                  <a:cubicBezTo>
                    <a:pt x="197545" y="197222"/>
                    <a:pt x="203200" y="184150"/>
                    <a:pt x="209550" y="171450"/>
                  </a:cubicBezTo>
                  <a:cubicBezTo>
                    <a:pt x="212725" y="180975"/>
                    <a:pt x="210095" y="195535"/>
                    <a:pt x="219075" y="200025"/>
                  </a:cubicBezTo>
                  <a:cubicBezTo>
                    <a:pt x="233620" y="207298"/>
                    <a:pt x="285614" y="162027"/>
                    <a:pt x="285750" y="161925"/>
                  </a:cubicBezTo>
                  <a:cubicBezTo>
                    <a:pt x="299173" y="81386"/>
                    <a:pt x="293291" y="83145"/>
                    <a:pt x="304800" y="180975"/>
                  </a:cubicBezTo>
                  <a:cubicBezTo>
                    <a:pt x="315902" y="275342"/>
                    <a:pt x="301271" y="240593"/>
                    <a:pt x="323850" y="285750"/>
                  </a:cubicBezTo>
                </a:path>
              </a:pathLst>
            </a:cu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pt-BR"/>
            </a:p>
          </p:txBody>
        </p:sp>
      </p:grpSp>
      <p:sp>
        <p:nvSpPr>
          <p:cNvPr id="38" name="CaixaDeTexto 37"/>
          <p:cNvSpPr txBox="1"/>
          <p:nvPr/>
        </p:nvSpPr>
        <p:spPr>
          <a:xfrm rot="18939551">
            <a:off x="-539851" y="666283"/>
            <a:ext cx="3545639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>
                <a:sym typeface="Wingdings" panose="05000000000000000000" pitchFamily="2" charset="2"/>
              </a:rPr>
              <a:t></a:t>
            </a:r>
            <a:r>
              <a:rPr lang="pt-BR" sz="1600" dirty="0" smtClean="0"/>
              <a:t>Tempo </a:t>
            </a:r>
            <a:r>
              <a:rPr lang="pt-BR" sz="1600" dirty="0" smtClean="0">
                <a:sym typeface="Wingdings" panose="05000000000000000000" pitchFamily="2" charset="2"/>
              </a:rPr>
              <a:t></a:t>
            </a:r>
            <a:endParaRPr lang="pt-BR" sz="1600" dirty="0"/>
          </a:p>
        </p:txBody>
      </p:sp>
      <p:sp>
        <p:nvSpPr>
          <p:cNvPr id="39" name="Texto explicativo em elipse 38"/>
          <p:cNvSpPr/>
          <p:nvPr/>
        </p:nvSpPr>
        <p:spPr>
          <a:xfrm>
            <a:off x="4449048" y="160337"/>
            <a:ext cx="5371430" cy="473979"/>
          </a:xfrm>
          <a:prstGeom prst="wedgeEllipseCallout">
            <a:avLst>
              <a:gd name="adj1" fmla="val -95567"/>
              <a:gd name="adj2" fmla="val 142883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rgbClr val="FF0000"/>
                </a:solidFill>
              </a:rPr>
              <a:t>Assinatura 9ª. Sinfonia  </a:t>
            </a:r>
            <a:r>
              <a:rPr lang="pt-BR" dirty="0" err="1" smtClean="0">
                <a:solidFill>
                  <a:srgbClr val="FF0000"/>
                </a:solidFill>
              </a:rPr>
              <a:t>Beethovem</a:t>
            </a:r>
            <a:endParaRPr lang="pt-BR" dirty="0">
              <a:solidFill>
                <a:srgbClr val="FF0000"/>
              </a:solidFill>
            </a:endParaRPr>
          </a:p>
        </p:txBody>
      </p:sp>
      <p:sp>
        <p:nvSpPr>
          <p:cNvPr id="205" name="Texto explicativo em elipse 204"/>
          <p:cNvSpPr/>
          <p:nvPr/>
        </p:nvSpPr>
        <p:spPr>
          <a:xfrm>
            <a:off x="7965426" y="4233165"/>
            <a:ext cx="3578874" cy="1241429"/>
          </a:xfrm>
          <a:prstGeom prst="wedgeEllipseCallout">
            <a:avLst>
              <a:gd name="adj1" fmla="val -3424"/>
              <a:gd name="adj2" fmla="val -251378"/>
            </a:avLst>
          </a:prstGeom>
          <a:ln>
            <a:solidFill>
              <a:srgbClr val="FF0000"/>
            </a:solidFill>
          </a:ln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pt-BR" dirty="0" smtClean="0">
                <a:solidFill>
                  <a:srgbClr val="FF0000"/>
                </a:solidFill>
              </a:rPr>
              <a:t>AMOSTRAS:</a:t>
            </a:r>
          </a:p>
          <a:p>
            <a:pPr algn="ctr"/>
            <a:r>
              <a:rPr lang="pt-BR" dirty="0" smtClean="0">
                <a:solidFill>
                  <a:srgbClr val="FF0000"/>
                </a:solidFill>
              </a:rPr>
              <a:t>Equivalente aprox.</a:t>
            </a:r>
          </a:p>
          <a:p>
            <a:pPr algn="ctr"/>
            <a:r>
              <a:rPr lang="pt-BR" dirty="0" smtClean="0">
                <a:solidFill>
                  <a:srgbClr val="FF0000"/>
                </a:solidFill>
              </a:rPr>
              <a:t>Áudio 40.000 /s</a:t>
            </a:r>
          </a:p>
          <a:p>
            <a:pPr algn="ctr"/>
            <a:r>
              <a:rPr lang="pt-BR" dirty="0" smtClean="0">
                <a:solidFill>
                  <a:srgbClr val="FF0000"/>
                </a:solidFill>
              </a:rPr>
              <a:t>Vídeo 80 /s</a:t>
            </a:r>
            <a:endParaRPr lang="pt-B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43680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30" name="Picture 6" descr="https://upload.wikimedia.org/wikipedia/commons/6/6c/Ressonancia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18774" y="1529195"/>
            <a:ext cx="2957032" cy="204663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694414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Estado Vibracional (Emocional):</a:t>
            </a:r>
            <a:endParaRPr lang="pt-BR" dirty="0"/>
          </a:p>
        </p:txBody>
      </p:sp>
      <p:sp>
        <p:nvSpPr>
          <p:cNvPr id="3" name="CaixaDeTexto 2"/>
          <p:cNvSpPr txBox="1"/>
          <p:nvPr/>
        </p:nvSpPr>
        <p:spPr bwMode="blackWhite">
          <a:xfrm>
            <a:off x="980792" y="1540857"/>
            <a:ext cx="1661176" cy="3693319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pt-BR" dirty="0"/>
              <a:t>Tempo</a:t>
            </a:r>
          </a:p>
          <a:p>
            <a:endParaRPr lang="pt-BR" dirty="0" smtClean="0"/>
          </a:p>
          <a:p>
            <a:r>
              <a:rPr lang="pt-BR" dirty="0" smtClean="0"/>
              <a:t>Sincronismo</a:t>
            </a:r>
          </a:p>
          <a:p>
            <a:r>
              <a:rPr lang="pt-BR" b="1" dirty="0" smtClean="0">
                <a:solidFill>
                  <a:srgbClr val="FF0000"/>
                </a:solidFill>
              </a:rPr>
              <a:t>Ressonância</a:t>
            </a:r>
          </a:p>
          <a:p>
            <a:r>
              <a:rPr lang="pt-BR" dirty="0" smtClean="0"/>
              <a:t>Harmônicas</a:t>
            </a:r>
          </a:p>
          <a:p>
            <a:r>
              <a:rPr lang="pt-BR" dirty="0" smtClean="0"/>
              <a:t>Sintonia</a:t>
            </a:r>
          </a:p>
          <a:p>
            <a:endParaRPr lang="pt-BR" dirty="0" smtClean="0"/>
          </a:p>
          <a:p>
            <a:r>
              <a:rPr lang="pt-BR" dirty="0" smtClean="0"/>
              <a:t>Amplitude</a:t>
            </a:r>
          </a:p>
          <a:p>
            <a:r>
              <a:rPr lang="pt-BR" dirty="0" smtClean="0"/>
              <a:t>Frequência</a:t>
            </a:r>
          </a:p>
          <a:p>
            <a:r>
              <a:rPr lang="pt-BR" dirty="0" smtClean="0"/>
              <a:t>Fase</a:t>
            </a:r>
          </a:p>
          <a:p>
            <a:r>
              <a:rPr lang="pt-BR" dirty="0" smtClean="0"/>
              <a:t>Ritmo</a:t>
            </a:r>
          </a:p>
          <a:p>
            <a:r>
              <a:rPr lang="pt-BR" b="1" dirty="0" smtClean="0">
                <a:solidFill>
                  <a:srgbClr val="FF0000"/>
                </a:solidFill>
              </a:rPr>
              <a:t>Remanência</a:t>
            </a:r>
          </a:p>
          <a:p>
            <a:endParaRPr lang="pt-BR" dirty="0" smtClean="0"/>
          </a:p>
        </p:txBody>
      </p:sp>
      <p:pic>
        <p:nvPicPr>
          <p:cNvPr id="2050" name="Picture 2" descr="Resultado de imagem para ritmos cerebrais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311433" y="127220"/>
            <a:ext cx="3731314" cy="39029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4" name="Picture 6" descr="PADRÃO DAS ONDAS CEREBRAIS 003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564682" y="4864495"/>
            <a:ext cx="3146092" cy="178419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4" name="Picture 10" descr="Resultado de imagem para musica na cabeça"/>
          <p:cNvPicPr>
            <a:picLocks noChangeAspect="1" noChangeArrowheads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986" t="9245" r="8512" b="34442"/>
          <a:stretch/>
        </p:blipFill>
        <p:spPr bwMode="auto">
          <a:xfrm>
            <a:off x="3155022" y="2955597"/>
            <a:ext cx="3174216" cy="179133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CaixaDeTexto 6"/>
          <p:cNvSpPr txBox="1"/>
          <p:nvPr/>
        </p:nvSpPr>
        <p:spPr>
          <a:xfrm>
            <a:off x="6937805" y="2131015"/>
            <a:ext cx="165411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Êxtase</a:t>
            </a:r>
          </a:p>
          <a:p>
            <a:endParaRPr lang="pt-BR" dirty="0"/>
          </a:p>
          <a:p>
            <a:r>
              <a:rPr lang="pt-BR" dirty="0" err="1" smtClean="0"/>
              <a:t>Lucinação</a:t>
            </a:r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34418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12919" y="142739"/>
            <a:ext cx="8596668" cy="685750"/>
          </a:xfrm>
        </p:spPr>
        <p:txBody>
          <a:bodyPr>
            <a:normAutofit fontScale="90000"/>
          </a:bodyPr>
          <a:lstStyle/>
          <a:p>
            <a:r>
              <a:rPr lang="pt-BR" dirty="0" smtClean="0"/>
              <a:t>Metodologia ATIVA:</a:t>
            </a:r>
            <a:endParaRPr lang="pt-BR" dirty="0"/>
          </a:p>
        </p:txBody>
      </p:sp>
      <p:pic>
        <p:nvPicPr>
          <p:cNvPr id="3" name="Imagem 2"/>
          <p:cNvPicPr>
            <a:picLocks noChangeAspect="1"/>
          </p:cNvPicPr>
          <p:nvPr/>
        </p:nvPicPr>
        <p:blipFill rotWithShape="1">
          <a:blip r:embed="rId2"/>
          <a:srcRect r="45990"/>
          <a:stretch/>
        </p:blipFill>
        <p:spPr>
          <a:xfrm>
            <a:off x="344802" y="1234443"/>
            <a:ext cx="2591862" cy="1472381"/>
          </a:xfrm>
          <a:prstGeom prst="rect">
            <a:avLst/>
          </a:prstGeom>
        </p:spPr>
      </p:pic>
      <p:pic>
        <p:nvPicPr>
          <p:cNvPr id="6" name="Imagem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6980" y="4036167"/>
            <a:ext cx="2591862" cy="1474078"/>
          </a:xfrm>
          <a:prstGeom prst="rect">
            <a:avLst/>
          </a:prstGeom>
        </p:spPr>
      </p:pic>
      <p:pic>
        <p:nvPicPr>
          <p:cNvPr id="8" name="Imagem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970647" y="3029996"/>
            <a:ext cx="2584924" cy="1460133"/>
          </a:xfrm>
          <a:prstGeom prst="rect">
            <a:avLst/>
          </a:prstGeom>
        </p:spPr>
      </p:pic>
      <p:grpSp>
        <p:nvGrpSpPr>
          <p:cNvPr id="13" name="Grupo 12"/>
          <p:cNvGrpSpPr/>
          <p:nvPr/>
        </p:nvGrpSpPr>
        <p:grpSpPr>
          <a:xfrm>
            <a:off x="4411253" y="628489"/>
            <a:ext cx="2636190" cy="1474314"/>
            <a:chOff x="7141183" y="1349770"/>
            <a:chExt cx="2636190" cy="1474314"/>
          </a:xfrm>
        </p:grpSpPr>
        <p:pic>
          <p:nvPicPr>
            <p:cNvPr id="5" name="Imagem 4"/>
            <p:cNvPicPr>
              <a:picLocks noChangeAspect="1"/>
            </p:cNvPicPr>
            <p:nvPr/>
          </p:nvPicPr>
          <p:blipFill>
            <a:blip r:embed="rId5"/>
            <a:stretch>
              <a:fillRect/>
            </a:stretch>
          </p:blipFill>
          <p:spPr>
            <a:xfrm>
              <a:off x="7141183" y="1349770"/>
              <a:ext cx="2636190" cy="1474314"/>
            </a:xfrm>
            <a:prstGeom prst="rect">
              <a:avLst/>
            </a:prstGeom>
          </p:spPr>
        </p:pic>
        <p:sp>
          <p:nvSpPr>
            <p:cNvPr id="10" name="CaixaDeTexto 9"/>
            <p:cNvSpPr txBox="1"/>
            <p:nvPr/>
          </p:nvSpPr>
          <p:spPr>
            <a:xfrm rot="19837505">
              <a:off x="7273068" y="1671427"/>
              <a:ext cx="2150878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 dirty="0" smtClean="0">
                  <a:solidFill>
                    <a:srgbClr val="002060"/>
                  </a:solidFill>
                </a:rPr>
                <a:t>Desenvolver  os Sentidos</a:t>
              </a:r>
              <a:endParaRPr lang="pt-BR" sz="2400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15" name="Grupo 14"/>
          <p:cNvGrpSpPr/>
          <p:nvPr/>
        </p:nvGrpSpPr>
        <p:grpSpPr>
          <a:xfrm>
            <a:off x="3464456" y="5224916"/>
            <a:ext cx="2594283" cy="1485494"/>
            <a:chOff x="3741782" y="5138045"/>
            <a:chExt cx="2594283" cy="1485494"/>
          </a:xfrm>
        </p:grpSpPr>
        <p:pic>
          <p:nvPicPr>
            <p:cNvPr id="7" name="Imagem 6"/>
            <p:cNvPicPr>
              <a:picLocks noChangeAspect="1"/>
            </p:cNvPicPr>
            <p:nvPr/>
          </p:nvPicPr>
          <p:blipFill>
            <a:blip r:embed="rId6"/>
            <a:stretch>
              <a:fillRect/>
            </a:stretch>
          </p:blipFill>
          <p:spPr>
            <a:xfrm>
              <a:off x="3741782" y="5138045"/>
              <a:ext cx="2594283" cy="1485494"/>
            </a:xfrm>
            <a:prstGeom prst="rect">
              <a:avLst/>
            </a:prstGeom>
          </p:spPr>
        </p:pic>
        <p:sp>
          <p:nvSpPr>
            <p:cNvPr id="11" name="CaixaDeTexto 10"/>
            <p:cNvSpPr txBox="1"/>
            <p:nvPr/>
          </p:nvSpPr>
          <p:spPr>
            <a:xfrm rot="20033931">
              <a:off x="3897144" y="5280627"/>
              <a:ext cx="2131463" cy="120032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 dirty="0" smtClean="0">
                  <a:solidFill>
                    <a:srgbClr val="002060"/>
                  </a:solidFill>
                </a:rPr>
                <a:t>Desenvolver o Pensamento</a:t>
              </a:r>
              <a:endParaRPr lang="pt-BR" sz="2400" b="1" dirty="0">
                <a:solidFill>
                  <a:srgbClr val="002060"/>
                </a:solidFill>
              </a:endParaRPr>
            </a:p>
          </p:txBody>
        </p:sp>
      </p:grpSp>
      <p:grpSp>
        <p:nvGrpSpPr>
          <p:cNvPr id="14" name="Grupo 13"/>
          <p:cNvGrpSpPr/>
          <p:nvPr/>
        </p:nvGrpSpPr>
        <p:grpSpPr>
          <a:xfrm>
            <a:off x="8083406" y="590610"/>
            <a:ext cx="2864629" cy="1657933"/>
            <a:chOff x="3741782" y="1234443"/>
            <a:chExt cx="2623816" cy="1464731"/>
          </a:xfrm>
        </p:grpSpPr>
        <p:pic>
          <p:nvPicPr>
            <p:cNvPr id="4" name="Imagem 3"/>
            <p:cNvPicPr>
              <a:picLocks noChangeAspect="1"/>
            </p:cNvPicPr>
            <p:nvPr/>
          </p:nvPicPr>
          <p:blipFill>
            <a:blip r:embed="rId7"/>
            <a:stretch>
              <a:fillRect/>
            </a:stretch>
          </p:blipFill>
          <p:spPr>
            <a:xfrm>
              <a:off x="3741782" y="1234443"/>
              <a:ext cx="2594283" cy="1464731"/>
            </a:xfrm>
            <a:prstGeom prst="rect">
              <a:avLst/>
            </a:prstGeom>
          </p:spPr>
        </p:pic>
        <p:sp>
          <p:nvSpPr>
            <p:cNvPr id="12" name="CaixaDeTexto 11"/>
            <p:cNvSpPr txBox="1"/>
            <p:nvPr/>
          </p:nvSpPr>
          <p:spPr>
            <a:xfrm rot="19837505">
              <a:off x="3793153" y="1380622"/>
              <a:ext cx="2572445" cy="106045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 dirty="0" smtClean="0">
                  <a:solidFill>
                    <a:srgbClr val="002060"/>
                  </a:solidFill>
                </a:rPr>
                <a:t>Desenvolver </a:t>
              </a:r>
            </a:p>
            <a:p>
              <a:pPr algn="ctr"/>
              <a:r>
                <a:rPr lang="pt-BR" sz="2400" b="1" dirty="0" smtClean="0">
                  <a:solidFill>
                    <a:srgbClr val="002060"/>
                  </a:solidFill>
                </a:rPr>
                <a:t>o </a:t>
              </a:r>
            </a:p>
            <a:p>
              <a:pPr algn="ctr"/>
              <a:r>
                <a:rPr lang="pt-BR" sz="2400" b="1" dirty="0" smtClean="0">
                  <a:solidFill>
                    <a:srgbClr val="002060"/>
                  </a:solidFill>
                </a:rPr>
                <a:t>Comportamento</a:t>
              </a:r>
              <a:endParaRPr lang="pt-BR" sz="2400" b="1" dirty="0">
                <a:solidFill>
                  <a:srgbClr val="002060"/>
                </a:solidFill>
              </a:endParaRPr>
            </a:p>
          </p:txBody>
        </p:sp>
      </p:grpSp>
      <p:sp>
        <p:nvSpPr>
          <p:cNvPr id="17" name="CaixaDeTexto 16"/>
          <p:cNvSpPr txBox="1"/>
          <p:nvPr/>
        </p:nvSpPr>
        <p:spPr>
          <a:xfrm rot="19837505">
            <a:off x="421716" y="4357707"/>
            <a:ext cx="197395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 smtClean="0">
                <a:solidFill>
                  <a:srgbClr val="002060"/>
                </a:solidFill>
              </a:rPr>
              <a:t>Desenvolver  </a:t>
            </a:r>
          </a:p>
          <a:p>
            <a:pPr algn="ctr"/>
            <a:r>
              <a:rPr lang="pt-BR" sz="2400" b="1" dirty="0" smtClean="0">
                <a:solidFill>
                  <a:srgbClr val="002060"/>
                </a:solidFill>
              </a:rPr>
              <a:t>o Raciocínio</a:t>
            </a:r>
            <a:endParaRPr lang="pt-BR" sz="2400" b="1" dirty="0">
              <a:solidFill>
                <a:srgbClr val="002060"/>
              </a:solidFill>
            </a:endParaRPr>
          </a:p>
        </p:txBody>
      </p:sp>
      <p:sp>
        <p:nvSpPr>
          <p:cNvPr id="19" name="CaixaDeTexto 18"/>
          <p:cNvSpPr txBox="1"/>
          <p:nvPr/>
        </p:nvSpPr>
        <p:spPr>
          <a:xfrm rot="19837505">
            <a:off x="589788" y="1340030"/>
            <a:ext cx="197395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 smtClean="0">
                <a:solidFill>
                  <a:srgbClr val="002060"/>
                </a:solidFill>
              </a:rPr>
              <a:t>Desenvolver  </a:t>
            </a:r>
          </a:p>
          <a:p>
            <a:pPr algn="ctr"/>
            <a:r>
              <a:rPr lang="pt-BR" sz="2400" b="1" dirty="0" smtClean="0">
                <a:solidFill>
                  <a:srgbClr val="002060"/>
                </a:solidFill>
              </a:rPr>
              <a:t>o</a:t>
            </a:r>
          </a:p>
          <a:p>
            <a:pPr algn="ctr"/>
            <a:r>
              <a:rPr lang="pt-BR" sz="2400" b="1" dirty="0" smtClean="0">
                <a:solidFill>
                  <a:srgbClr val="002060"/>
                </a:solidFill>
              </a:rPr>
              <a:t>Sentimento</a:t>
            </a:r>
            <a:endParaRPr lang="pt-BR" sz="2400" b="1" dirty="0">
              <a:solidFill>
                <a:srgbClr val="002060"/>
              </a:solidFill>
            </a:endParaRPr>
          </a:p>
        </p:txBody>
      </p:sp>
      <p:sp>
        <p:nvSpPr>
          <p:cNvPr id="21" name="CaixaDeTexto 20"/>
          <p:cNvSpPr txBox="1"/>
          <p:nvPr/>
        </p:nvSpPr>
        <p:spPr>
          <a:xfrm rot="19837505">
            <a:off x="8925731" y="3076252"/>
            <a:ext cx="25724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2400" b="1" dirty="0" smtClean="0">
                <a:solidFill>
                  <a:srgbClr val="002060"/>
                </a:solidFill>
              </a:rPr>
              <a:t>Desenvolver </a:t>
            </a:r>
          </a:p>
          <a:p>
            <a:pPr algn="ctr"/>
            <a:r>
              <a:rPr lang="pt-BR" sz="2400" b="1" dirty="0" smtClean="0">
                <a:solidFill>
                  <a:srgbClr val="002060"/>
                </a:solidFill>
              </a:rPr>
              <a:t>a </a:t>
            </a:r>
          </a:p>
          <a:p>
            <a:pPr algn="ctr"/>
            <a:r>
              <a:rPr lang="pt-BR" sz="2400" b="1" dirty="0" smtClean="0">
                <a:solidFill>
                  <a:srgbClr val="002060"/>
                </a:solidFill>
              </a:rPr>
              <a:t>Aprendizagem</a:t>
            </a:r>
            <a:endParaRPr lang="pt-BR" sz="2400" b="1" dirty="0">
              <a:solidFill>
                <a:srgbClr val="002060"/>
              </a:solidFill>
            </a:endParaRPr>
          </a:p>
        </p:txBody>
      </p:sp>
      <p:grpSp>
        <p:nvGrpSpPr>
          <p:cNvPr id="22" name="Diagram group"/>
          <p:cNvGrpSpPr/>
          <p:nvPr/>
        </p:nvGrpSpPr>
        <p:grpSpPr>
          <a:xfrm>
            <a:off x="4492921" y="2522495"/>
            <a:ext cx="2693627" cy="2352567"/>
            <a:chOff x="2271660" y="1372796"/>
            <a:chExt cx="3419949" cy="3419949"/>
          </a:xfrm>
          <a:scene3d>
            <a:camera prst="isometricOffAxis2Left" zoom="95000"/>
            <a:lightRig rig="flat" dir="t"/>
          </a:scene3d>
        </p:grpSpPr>
        <p:grpSp>
          <p:nvGrpSpPr>
            <p:cNvPr id="23" name="Grupo 22"/>
            <p:cNvGrpSpPr/>
            <p:nvPr/>
          </p:nvGrpSpPr>
          <p:grpSpPr>
            <a:xfrm>
              <a:off x="2271660" y="1372796"/>
              <a:ext cx="3419949" cy="3419949"/>
              <a:chOff x="2271660" y="1372796"/>
              <a:chExt cx="3419949" cy="3419949"/>
            </a:xfrm>
          </p:grpSpPr>
          <p:sp>
            <p:nvSpPr>
              <p:cNvPr id="24" name="Elipse 23"/>
              <p:cNvSpPr/>
              <p:nvPr/>
            </p:nvSpPr>
            <p:spPr>
              <a:xfrm>
                <a:off x="2271660" y="1372796"/>
                <a:ext cx="3419949" cy="3419949"/>
              </a:xfrm>
              <a:prstGeom prst="ellipse">
                <a:avLst/>
              </a:prstGeom>
              <a:solidFill>
                <a:srgbClr val="00B050">
                  <a:alpha val="50000"/>
                </a:srgbClr>
              </a:solidFill>
              <a:sp3d extrusionH="381000" contourW="38100" prstMaterial="matte">
                <a:contourClr>
                  <a:schemeClr val="lt1"/>
                </a:contourClr>
              </a:sp3d>
            </p:spPr>
            <p:style>
              <a:lnRef idx="0">
                <a:schemeClr val="lt1">
                  <a:hueOff val="0"/>
                  <a:satOff val="0"/>
                  <a:lumOff val="0"/>
                  <a:alphaOff val="0"/>
                </a:schemeClr>
              </a:lnRef>
              <a:fillRef idx="1">
                <a:scrgbClr r="0" g="0" b="0"/>
              </a:fillRef>
              <a:effectRef idx="0">
                <a:schemeClr val="accent1">
                  <a:alpha val="50000"/>
                  <a:hueOff val="0"/>
                  <a:satOff val="0"/>
                  <a:lumOff val="0"/>
                  <a:alphaOff val="0"/>
                </a:schemeClr>
              </a:effectRef>
              <a:fontRef idx="minor">
                <a:schemeClr val="tx1"/>
              </a:fontRef>
            </p:style>
          </p:sp>
          <p:sp>
            <p:nvSpPr>
              <p:cNvPr id="25" name="Elipse 4"/>
              <p:cNvSpPr/>
              <p:nvPr/>
            </p:nvSpPr>
            <p:spPr>
              <a:xfrm>
                <a:off x="2772500" y="1873636"/>
                <a:ext cx="2418269" cy="2418269"/>
              </a:xfrm>
              <a:prstGeom prst="rect">
                <a:avLst/>
              </a:prstGeom>
              <a:sp3d/>
            </p:spPr>
            <p:style>
              <a:lnRef idx="0">
                <a:scrgbClr r="0" g="0" b="0"/>
              </a:lnRef>
              <a:fillRef idx="0">
                <a:scrgbClr r="0" g="0" b="0"/>
              </a:fillRef>
              <a:effectRef idx="0">
                <a:scrgbClr r="0" g="0" b="0"/>
              </a:effectRef>
              <a:fontRef idx="minor">
                <a:schemeClr val="tx1"/>
              </a:fontRef>
            </p:style>
            <p:txBody>
              <a:bodyPr spcFirstLastPara="0" vert="horz" wrap="square" lIns="46990" tIns="46990" rIns="46990" bIns="46990" numCol="1" spcCol="1270" anchor="ctr" anchorCtr="0">
                <a:noAutofit/>
              </a:bodyPr>
              <a:lstStyle/>
              <a:p>
                <a:pPr lvl="0" algn="ctr" defTabSz="1644650">
                  <a:lnSpc>
                    <a:spcPct val="90000"/>
                  </a:lnSpc>
                  <a:spcBef>
                    <a:spcPct val="0"/>
                  </a:spcBef>
                  <a:spcAft>
                    <a:spcPct val="35000"/>
                  </a:spcAft>
                </a:pPr>
                <a:r>
                  <a:rPr lang="pt-BR" sz="2800" kern="1200" dirty="0" smtClean="0"/>
                  <a:t>FORMAÇÂO INTEGRAL</a:t>
                </a:r>
                <a:endParaRPr lang="pt-BR" sz="2800" kern="1200" dirty="0"/>
              </a:p>
            </p:txBody>
          </p:sp>
        </p:grpSp>
      </p:grpSp>
      <p:grpSp>
        <p:nvGrpSpPr>
          <p:cNvPr id="33" name="Grupo 32"/>
          <p:cNvGrpSpPr/>
          <p:nvPr/>
        </p:nvGrpSpPr>
        <p:grpSpPr>
          <a:xfrm>
            <a:off x="7680423" y="5021225"/>
            <a:ext cx="2852288" cy="1645551"/>
            <a:chOff x="7106909" y="4925533"/>
            <a:chExt cx="2852288" cy="1645551"/>
          </a:xfrm>
        </p:grpSpPr>
        <p:pic>
          <p:nvPicPr>
            <p:cNvPr id="20" name="Imagem 19"/>
            <p:cNvPicPr>
              <a:picLocks noChangeAspect="1"/>
            </p:cNvPicPr>
            <p:nvPr/>
          </p:nvPicPr>
          <p:blipFill>
            <a:blip r:embed="rId8"/>
            <a:stretch>
              <a:fillRect/>
            </a:stretch>
          </p:blipFill>
          <p:spPr>
            <a:xfrm>
              <a:off x="7106909" y="4925533"/>
              <a:ext cx="2852288" cy="1645551"/>
            </a:xfrm>
            <a:prstGeom prst="rect">
              <a:avLst/>
            </a:prstGeom>
          </p:spPr>
        </p:pic>
        <p:sp>
          <p:nvSpPr>
            <p:cNvPr id="26" name="CaixaDeTexto 25"/>
            <p:cNvSpPr txBox="1"/>
            <p:nvPr/>
          </p:nvSpPr>
          <p:spPr>
            <a:xfrm rot="19837505">
              <a:off x="7212372" y="4952674"/>
              <a:ext cx="2608695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pt-BR" sz="2400" b="1" dirty="0" smtClean="0">
                  <a:solidFill>
                    <a:srgbClr val="002060"/>
                  </a:solidFill>
                </a:rPr>
                <a:t>Desenvolver </a:t>
              </a:r>
            </a:p>
            <a:p>
              <a:pPr algn="ctr"/>
              <a:r>
                <a:rPr lang="pt-BR" sz="2400" b="1" dirty="0" smtClean="0">
                  <a:solidFill>
                    <a:srgbClr val="002060"/>
                  </a:solidFill>
                </a:rPr>
                <a:t>Estado </a:t>
              </a:r>
              <a:r>
                <a:rPr lang="pt-BR" sz="2400" b="1" dirty="0" smtClean="0">
                  <a:solidFill>
                    <a:srgbClr val="FF0000"/>
                  </a:solidFill>
                </a:rPr>
                <a:t>Vibracional </a:t>
              </a:r>
            </a:p>
            <a:p>
              <a:pPr algn="ctr"/>
              <a:r>
                <a:rPr lang="pt-BR" sz="2400" b="1" dirty="0" smtClean="0">
                  <a:solidFill>
                    <a:srgbClr val="FF0000"/>
                  </a:solidFill>
                </a:rPr>
                <a:t>(emocional)</a:t>
              </a:r>
              <a:endParaRPr lang="pt-BR" sz="2400" b="1" dirty="0">
                <a:solidFill>
                  <a:srgbClr val="FF0000"/>
                </a:solidFill>
              </a:endParaRPr>
            </a:p>
          </p:txBody>
        </p:sp>
      </p:grpSp>
      <p:sp>
        <p:nvSpPr>
          <p:cNvPr id="29" name="Seta para a direita listrada 28"/>
          <p:cNvSpPr/>
          <p:nvPr/>
        </p:nvSpPr>
        <p:spPr>
          <a:xfrm rot="20478442">
            <a:off x="2681518" y="3963968"/>
            <a:ext cx="2337758" cy="46873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0" name="Seta para a direita listrada 29"/>
          <p:cNvSpPr/>
          <p:nvPr/>
        </p:nvSpPr>
        <p:spPr>
          <a:xfrm rot="1579076">
            <a:off x="2780334" y="2550218"/>
            <a:ext cx="2337758" cy="46873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1" name="Seta para a direita listrada 30"/>
          <p:cNvSpPr/>
          <p:nvPr/>
        </p:nvSpPr>
        <p:spPr>
          <a:xfrm rot="10800000">
            <a:off x="6768809" y="3567437"/>
            <a:ext cx="2337758" cy="46873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2" name="Seta para a direita listrada 31"/>
          <p:cNvSpPr/>
          <p:nvPr/>
        </p:nvSpPr>
        <p:spPr>
          <a:xfrm rot="8669776">
            <a:off x="6271866" y="2368252"/>
            <a:ext cx="2337758" cy="46873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4" name="Seta para a direita listrada 33"/>
          <p:cNvSpPr/>
          <p:nvPr/>
        </p:nvSpPr>
        <p:spPr>
          <a:xfrm rot="13108552">
            <a:off x="6284627" y="4628375"/>
            <a:ext cx="1930700" cy="46873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5" name="Seta para a direita listrada 34"/>
          <p:cNvSpPr/>
          <p:nvPr/>
        </p:nvSpPr>
        <p:spPr>
          <a:xfrm rot="16617139">
            <a:off x="5136732" y="4616390"/>
            <a:ext cx="947003" cy="46873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36" name="Seta para a direita listrada 35"/>
          <p:cNvSpPr/>
          <p:nvPr/>
        </p:nvSpPr>
        <p:spPr>
          <a:xfrm rot="5018559">
            <a:off x="5131592" y="2187222"/>
            <a:ext cx="947003" cy="468730"/>
          </a:xfrm>
          <a:prstGeom prst="striped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990040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153704" y="213928"/>
            <a:ext cx="6755096" cy="778626"/>
          </a:xfrm>
        </p:spPr>
        <p:txBody>
          <a:bodyPr/>
          <a:lstStyle/>
          <a:p>
            <a:r>
              <a:rPr lang="pt-BR" dirty="0" smtClean="0"/>
              <a:t>Formação Integral</a:t>
            </a:r>
            <a:endParaRPr lang="pt-BR" dirty="0"/>
          </a:p>
        </p:txBody>
      </p:sp>
      <p:graphicFrame>
        <p:nvGraphicFramePr>
          <p:cNvPr id="4" name="Diagrama 3"/>
          <p:cNvGraphicFramePr/>
          <p:nvPr>
            <p:extLst>
              <p:ext uri="{D42A27DB-BD31-4B8C-83A1-F6EECF244321}">
                <p14:modId xmlns:p14="http://schemas.microsoft.com/office/powerpoint/2010/main" val="2096544077"/>
              </p:ext>
            </p:extLst>
          </p:nvPr>
        </p:nvGraphicFramePr>
        <p:xfrm>
          <a:off x="1811045" y="692458"/>
          <a:ext cx="7963270" cy="616554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5" name="Texto explicativo em elipse 4"/>
          <p:cNvSpPr/>
          <p:nvPr/>
        </p:nvSpPr>
        <p:spPr>
          <a:xfrm>
            <a:off x="1811045" y="5419818"/>
            <a:ext cx="2873098" cy="1278384"/>
          </a:xfrm>
          <a:prstGeom prst="wedgeEllipseCallout">
            <a:avLst>
              <a:gd name="adj1" fmla="val 22461"/>
              <a:gd name="adj2" fmla="val -170076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Ensinar a: Pensar;</a:t>
            </a:r>
          </a:p>
          <a:p>
            <a:pPr algn="ctr"/>
            <a:r>
              <a:rPr lang="pt-BR" dirty="0" smtClean="0"/>
              <a:t>Aprender;</a:t>
            </a:r>
          </a:p>
          <a:p>
            <a:pPr algn="ctr"/>
            <a:r>
              <a:rPr lang="pt-BR" dirty="0" smtClean="0"/>
              <a:t>Ser Proativo.</a:t>
            </a:r>
            <a:endParaRPr lang="pt-BR" dirty="0"/>
          </a:p>
        </p:txBody>
      </p:sp>
      <p:sp>
        <p:nvSpPr>
          <p:cNvPr id="6" name="Texto explicativo em elipse 5"/>
          <p:cNvSpPr/>
          <p:nvPr/>
        </p:nvSpPr>
        <p:spPr>
          <a:xfrm>
            <a:off x="920122" y="1287668"/>
            <a:ext cx="2816318" cy="1278384"/>
          </a:xfrm>
          <a:prstGeom prst="wedgeEllipseCallout">
            <a:avLst>
              <a:gd name="adj1" fmla="val 103828"/>
              <a:gd name="adj2" fmla="val -12979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Ferramentas Ativas Aceleradoras</a:t>
            </a:r>
            <a:endParaRPr lang="pt-BR" dirty="0"/>
          </a:p>
        </p:txBody>
      </p:sp>
      <p:sp>
        <p:nvSpPr>
          <p:cNvPr id="7" name="Texto explicativo em elipse 6"/>
          <p:cNvSpPr/>
          <p:nvPr/>
        </p:nvSpPr>
        <p:spPr>
          <a:xfrm>
            <a:off x="7069769" y="5419818"/>
            <a:ext cx="4577734" cy="1278384"/>
          </a:xfrm>
          <a:prstGeom prst="wedgeEllipseCallout">
            <a:avLst>
              <a:gd name="adj1" fmla="val -67571"/>
              <a:gd name="adj2" fmla="val -5499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Integração Moral, Social e Sustentabilidade</a:t>
            </a:r>
          </a:p>
        </p:txBody>
      </p:sp>
      <p:sp>
        <p:nvSpPr>
          <p:cNvPr id="8" name="Texto explicativo em elipse 7"/>
          <p:cNvSpPr/>
          <p:nvPr/>
        </p:nvSpPr>
        <p:spPr>
          <a:xfrm>
            <a:off x="7999582" y="1534728"/>
            <a:ext cx="3773010" cy="1278384"/>
          </a:xfrm>
          <a:prstGeom prst="wedgeEllipseCallout">
            <a:avLst>
              <a:gd name="adj1" fmla="val -44964"/>
              <a:gd name="adj2" fmla="val 157000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Modelar o comportamento;</a:t>
            </a:r>
          </a:p>
          <a:p>
            <a:pPr algn="ctr"/>
            <a:r>
              <a:rPr lang="pt-BR" dirty="0" smtClean="0"/>
              <a:t>Formar o Cidadão</a:t>
            </a:r>
            <a:endParaRPr lang="pt-BR" dirty="0"/>
          </a:p>
        </p:txBody>
      </p:sp>
      <p:sp>
        <p:nvSpPr>
          <p:cNvPr id="9" name="Texto explicativo em elipse 8"/>
          <p:cNvSpPr/>
          <p:nvPr/>
        </p:nvSpPr>
        <p:spPr>
          <a:xfrm>
            <a:off x="0" y="2861165"/>
            <a:ext cx="3450566" cy="1900616"/>
          </a:xfrm>
          <a:prstGeom prst="wedgeEllipseCallout">
            <a:avLst>
              <a:gd name="adj1" fmla="val 59083"/>
              <a:gd name="adj2" fmla="val -10376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Conteúdo: </a:t>
            </a:r>
          </a:p>
          <a:p>
            <a:pPr algn="ctr"/>
            <a:r>
              <a:rPr lang="pt-BR" sz="1400" dirty="0" smtClean="0"/>
              <a:t>Ordenado por pré-requisitos</a:t>
            </a:r>
          </a:p>
          <a:p>
            <a:pPr algn="ctr"/>
            <a:r>
              <a:rPr lang="pt-BR" sz="1400" dirty="0" smtClean="0"/>
              <a:t>Sequências Vocacionais</a:t>
            </a:r>
            <a:endParaRPr lang="pt-BR" sz="1400" dirty="0"/>
          </a:p>
        </p:txBody>
      </p:sp>
      <p:sp>
        <p:nvSpPr>
          <p:cNvPr id="10" name="Texto explicativo em elipse 9"/>
          <p:cNvSpPr/>
          <p:nvPr/>
        </p:nvSpPr>
        <p:spPr>
          <a:xfrm>
            <a:off x="8643687" y="3811473"/>
            <a:ext cx="3459173" cy="1278384"/>
          </a:xfrm>
          <a:prstGeom prst="wedgeEllipseCallout">
            <a:avLst>
              <a:gd name="adj1" fmla="val -123446"/>
              <a:gd name="adj2" fmla="val 97619"/>
            </a:avLst>
          </a:prstGeom>
          <a:solidFill>
            <a:srgbClr val="00B0F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pt-BR" dirty="0" smtClean="0"/>
              <a:t>Projetos integrados:</a:t>
            </a:r>
          </a:p>
          <a:p>
            <a:pPr algn="ctr"/>
            <a:r>
              <a:rPr lang="pt-BR" dirty="0"/>
              <a:t>(Família + Sociedade+ Meio Ambiente</a:t>
            </a:r>
            <a:r>
              <a:rPr lang="pt-BR" dirty="0" smtClean="0"/>
              <a:t>)</a:t>
            </a:r>
          </a:p>
          <a:p>
            <a:pPr algn="ctr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42899533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280" y="405642"/>
            <a:ext cx="3780415" cy="3023594"/>
          </a:xfrm>
          <a:prstGeom prst="rect">
            <a:avLst/>
          </a:prstGeom>
        </p:spPr>
      </p:pic>
      <p:pic>
        <p:nvPicPr>
          <p:cNvPr id="7" name="Imagem 6"/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8069" b="25319"/>
          <a:stretch/>
        </p:blipFill>
        <p:spPr>
          <a:xfrm>
            <a:off x="-432034" y="3661247"/>
            <a:ext cx="5691042" cy="1211283"/>
          </a:xfrm>
          <a:prstGeom prst="rect">
            <a:avLst/>
          </a:prstGeom>
        </p:spPr>
      </p:pic>
      <p:pic>
        <p:nvPicPr>
          <p:cNvPr id="4" name="Espaço Reservado para Conteúdo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3568" y="304868"/>
            <a:ext cx="4986110" cy="1503165"/>
          </a:xfrm>
          <a:prstGeom prst="rect">
            <a:avLst/>
          </a:prstGeom>
        </p:spPr>
      </p:pic>
      <p:sp>
        <p:nvSpPr>
          <p:cNvPr id="9" name="CaixaDeTexto 8"/>
          <p:cNvSpPr txBox="1"/>
          <p:nvPr/>
        </p:nvSpPr>
        <p:spPr>
          <a:xfrm>
            <a:off x="5496277" y="2170175"/>
            <a:ext cx="6441243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b="1" dirty="0" smtClean="0"/>
              <a:t>Projeto RELIGARE: </a:t>
            </a:r>
            <a:r>
              <a:rPr lang="pt-BR" dirty="0" smtClean="0"/>
              <a:t>Prestação de serviços de educação em Contra turno e Criação de uma Escola Piloto</a:t>
            </a:r>
          </a:p>
          <a:p>
            <a:endParaRPr lang="pt-BR" dirty="0" smtClean="0"/>
          </a:p>
          <a:p>
            <a:r>
              <a:rPr lang="pt-BR" b="1" dirty="0" smtClean="0"/>
              <a:t>Projeto CONTENTO: </a:t>
            </a:r>
            <a:r>
              <a:rPr lang="pt-BR" dirty="0" smtClean="0"/>
              <a:t>Orientação técnica, Rastreamento, Diagnóstico e Tratamento de distúrbios de aprendizagem. (CAIC)</a:t>
            </a:r>
          </a:p>
          <a:p>
            <a:endParaRPr lang="pt-BR" dirty="0"/>
          </a:p>
          <a:p>
            <a:r>
              <a:rPr lang="pt-BR" b="1" dirty="0" smtClean="0"/>
              <a:t>Projeto Guarda Chuva</a:t>
            </a:r>
            <a:r>
              <a:rPr lang="pt-BR" dirty="0" smtClean="0"/>
              <a:t>: Reaproveitamento de água em escolas Estaduais;</a:t>
            </a:r>
          </a:p>
          <a:p>
            <a:endParaRPr lang="pt-BR" dirty="0"/>
          </a:p>
          <a:p>
            <a:r>
              <a:rPr lang="pt-BR" b="1" dirty="0" smtClean="0"/>
              <a:t>Projeto Prêmio de Design e Tecnologia</a:t>
            </a:r>
            <a:r>
              <a:rPr lang="pt-BR" dirty="0" smtClean="0"/>
              <a:t>: Premia </a:t>
            </a:r>
            <a:r>
              <a:rPr lang="pt-BR" dirty="0" err="1" smtClean="0"/>
              <a:t>TCCs</a:t>
            </a:r>
            <a:r>
              <a:rPr lang="pt-BR" dirty="0" smtClean="0"/>
              <a:t> com relevância empreendedora. (parceria Universidades e Polo Francano de TI)</a:t>
            </a:r>
          </a:p>
          <a:p>
            <a:endParaRPr lang="pt-BR" dirty="0"/>
          </a:p>
          <a:p>
            <a:r>
              <a:rPr lang="pt-BR" sz="3600" dirty="0" smtClean="0"/>
              <a:t>        http</a:t>
            </a:r>
            <a:r>
              <a:rPr lang="pt-BR" sz="3600" dirty="0"/>
              <a:t>://cisu.org.br/</a:t>
            </a:r>
            <a:endParaRPr lang="pt-BR" sz="3600" dirty="0" smtClean="0"/>
          </a:p>
          <a:p>
            <a:endParaRPr lang="pt-BR" dirty="0"/>
          </a:p>
        </p:txBody>
      </p:sp>
      <p:sp>
        <p:nvSpPr>
          <p:cNvPr id="6" name="CaixaDeTexto 5"/>
          <p:cNvSpPr txBox="1"/>
          <p:nvPr/>
        </p:nvSpPr>
        <p:spPr>
          <a:xfrm>
            <a:off x="5228816" y="1748162"/>
            <a:ext cx="9676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/>
              <a:t>Instituto de desenvolvimento da Cidadania e Sustentabilidade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4230835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/>
          </p:nvPr>
        </p:nvSpPr>
        <p:spPr>
          <a:xfrm>
            <a:off x="2505075" y="379221"/>
            <a:ext cx="8610600" cy="1293028"/>
          </a:xfrm>
        </p:spPr>
        <p:txBody>
          <a:bodyPr/>
          <a:lstStyle/>
          <a:p>
            <a:r>
              <a:rPr lang="pt-BR" dirty="0" smtClean="0"/>
              <a:t>Agradecimentos:</a:t>
            </a:r>
            <a:endParaRPr lang="pt-BR" dirty="0"/>
          </a:p>
        </p:txBody>
      </p:sp>
      <p:pic>
        <p:nvPicPr>
          <p:cNvPr id="4" name="Espaço Reservado para Conteúdo 3"/>
          <p:cNvPicPr>
            <a:picLocks noGrp="1" noChangeAspect="1"/>
          </p:cNvPicPr>
          <p:nvPr>
            <p:ph idx="1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66278" y="1328974"/>
            <a:ext cx="4600575" cy="1386938"/>
          </a:xfrm>
        </p:spPr>
      </p:pic>
      <p:sp>
        <p:nvSpPr>
          <p:cNvPr id="3" name="CaixaDeTexto 2"/>
          <p:cNvSpPr txBox="1"/>
          <p:nvPr/>
        </p:nvSpPr>
        <p:spPr>
          <a:xfrm>
            <a:off x="7990689" y="1885950"/>
            <a:ext cx="3344061" cy="2585323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pt-BR" dirty="0" smtClean="0"/>
              <a:t>Prof. Dr. Ricardo David</a:t>
            </a:r>
          </a:p>
          <a:p>
            <a:r>
              <a:rPr lang="pt-BR" dirty="0" smtClean="0"/>
              <a:t>(16) 9 9173 8657 (</a:t>
            </a:r>
            <a:r>
              <a:rPr lang="pt-BR" dirty="0" err="1" smtClean="0"/>
              <a:t>whatsapp</a:t>
            </a:r>
            <a:r>
              <a:rPr lang="pt-BR" dirty="0" smtClean="0"/>
              <a:t>)</a:t>
            </a:r>
          </a:p>
          <a:p>
            <a:endParaRPr lang="pt-BR" dirty="0" smtClean="0"/>
          </a:p>
          <a:p>
            <a:r>
              <a:rPr lang="pt-BR" dirty="0" smtClean="0">
                <a:hlinkClick r:id="rId3"/>
              </a:rPr>
              <a:t>contato@cisu.com.br</a:t>
            </a:r>
            <a:endParaRPr lang="pt-BR" dirty="0" smtClean="0"/>
          </a:p>
          <a:p>
            <a:r>
              <a:rPr lang="pt-BR" dirty="0" smtClean="0">
                <a:hlinkClick r:id="rId4"/>
              </a:rPr>
              <a:t>www.cisu.org.br</a:t>
            </a:r>
            <a:endParaRPr lang="pt-BR" dirty="0"/>
          </a:p>
          <a:p>
            <a:endParaRPr lang="pt-BR" dirty="0"/>
          </a:p>
          <a:p>
            <a:r>
              <a:rPr lang="pt-BR" dirty="0" smtClean="0">
                <a:hlinkClick r:id="rId5"/>
              </a:rPr>
              <a:t>rdavid@davitec.com.br</a:t>
            </a:r>
          </a:p>
          <a:p>
            <a:r>
              <a:rPr lang="pt-BR" dirty="0" smtClean="0">
                <a:hlinkClick r:id="rId5"/>
              </a:rPr>
              <a:t>www.davitec.com.br</a:t>
            </a:r>
            <a:endParaRPr lang="pt-BR" dirty="0" smtClean="0"/>
          </a:p>
          <a:p>
            <a:endParaRPr lang="pt-BR" dirty="0" smtClean="0"/>
          </a:p>
        </p:txBody>
      </p:sp>
      <p:sp>
        <p:nvSpPr>
          <p:cNvPr id="7" name="CaixaDeTexto 6"/>
          <p:cNvSpPr txBox="1"/>
          <p:nvPr/>
        </p:nvSpPr>
        <p:spPr>
          <a:xfrm>
            <a:off x="623950" y="3895545"/>
            <a:ext cx="9507984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dirty="0" smtClean="0"/>
              <a:t>COLABORE COM O CISU:</a:t>
            </a:r>
          </a:p>
          <a:p>
            <a:r>
              <a:rPr lang="pt-BR" dirty="0" smtClean="0"/>
              <a:t>-- Seja Voluntário; (inscrições no Portal do CISU : </a:t>
            </a:r>
            <a:r>
              <a:rPr lang="pt-BR" dirty="0" smtClean="0">
                <a:hlinkClick r:id="rId6"/>
              </a:rPr>
              <a:t>http://cisu.org.br</a:t>
            </a:r>
            <a:endParaRPr lang="pt-BR" dirty="0" smtClean="0"/>
          </a:p>
          <a:p>
            <a:endParaRPr lang="pt-BR" dirty="0" smtClean="0"/>
          </a:p>
          <a:p>
            <a:r>
              <a:rPr lang="pt-BR" dirty="0" smtClean="0"/>
              <a:t>-- Você pode destinar parte do seu Imposto de Renda (pessoa Física e Jurídica)</a:t>
            </a:r>
          </a:p>
          <a:p>
            <a:endParaRPr lang="pt-BR" dirty="0" smtClean="0"/>
          </a:p>
          <a:p>
            <a:r>
              <a:rPr lang="pt-BR" dirty="0" smtClean="0"/>
              <a:t>-- Doações espontâneas: </a:t>
            </a:r>
          </a:p>
          <a:p>
            <a:endParaRPr lang="pt-BR" dirty="0"/>
          </a:p>
        </p:txBody>
      </p:sp>
      <p:sp>
        <p:nvSpPr>
          <p:cNvPr id="10" name="CaixaDeTexto 9"/>
          <p:cNvSpPr txBox="1"/>
          <p:nvPr/>
        </p:nvSpPr>
        <p:spPr>
          <a:xfrm>
            <a:off x="344840" y="2777039"/>
            <a:ext cx="967626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pt-BR" sz="1600" dirty="0" smtClean="0"/>
              <a:t>Instituto de desenvolvimento da Cidadania e Sustentabilidade</a:t>
            </a:r>
            <a:endParaRPr lang="pt-BR" sz="1600" dirty="0"/>
          </a:p>
        </p:txBody>
      </p:sp>
    </p:spTree>
    <p:extLst>
      <p:ext uri="{BB962C8B-B14F-4D97-AF65-F5344CB8AC3E}">
        <p14:creationId xmlns:p14="http://schemas.microsoft.com/office/powerpoint/2010/main" val="16342683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ema do Office">
  <a:themeElements>
    <a:clrScheme name="Escritório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Escritório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Escritório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3492</TotalTime>
  <Words>960</Words>
  <Application>Microsoft Office PowerPoint</Application>
  <PresentationFormat>Personalizar</PresentationFormat>
  <Paragraphs>432</Paragraphs>
  <Slides>15</Slides>
  <Notes>0</Notes>
  <HiddenSlides>0</HiddenSlides>
  <MMClips>0</MMClips>
  <ScaleCrop>false</ScaleCrop>
  <HeadingPairs>
    <vt:vector size="4" baseType="variant">
      <vt:variant>
        <vt:lpstr>Tema</vt:lpstr>
      </vt:variant>
      <vt:variant>
        <vt:i4>1</vt:i4>
      </vt:variant>
      <vt:variant>
        <vt:lpstr>Títulos de slides</vt:lpstr>
      </vt:variant>
      <vt:variant>
        <vt:i4>15</vt:i4>
      </vt:variant>
    </vt:vector>
  </HeadingPairs>
  <TitlesOfParts>
    <vt:vector size="16" baseType="lpstr">
      <vt:lpstr>Tema do Office</vt:lpstr>
      <vt:lpstr>Modelando a Aprendizagem: Uma abordagem para a educação integral</vt:lpstr>
      <vt:lpstr>REALIZAÇÂO:</vt:lpstr>
      <vt:lpstr>EVOLUÇÂO: do instinto à Sabedoria</vt:lpstr>
      <vt:lpstr>Ciclo Comportamental: Movimento = Espaço / Tempo</vt:lpstr>
      <vt:lpstr>Freios e aceleradores do desenvolvimento:</vt:lpstr>
      <vt:lpstr>Pensamento Cognitivo:</vt:lpstr>
      <vt:lpstr>Níveis de Desenvolvimento do Pensamento</vt:lpstr>
      <vt:lpstr>APRENDIZAGEM</vt:lpstr>
      <vt:lpstr>Universo Espectral:</vt:lpstr>
      <vt:lpstr>Universo Espectral:</vt:lpstr>
      <vt:lpstr>Estado Vibracional (Emocional):</vt:lpstr>
      <vt:lpstr>Metodologia ATIVA:</vt:lpstr>
      <vt:lpstr>Formação Integral</vt:lpstr>
      <vt:lpstr>Apresentação do PowerPoint</vt:lpstr>
      <vt:lpstr>Agradecimentos: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Tecnologia, Educação e ensino: Aliados ou inimigos</dc:title>
  <dc:creator>Dr. Ricardo David</dc:creator>
  <cp:lastModifiedBy>Win7</cp:lastModifiedBy>
  <cp:revision>121</cp:revision>
  <dcterms:created xsi:type="dcterms:W3CDTF">2017-01-25T12:04:10Z</dcterms:created>
  <dcterms:modified xsi:type="dcterms:W3CDTF">2017-04-28T01:29:05Z</dcterms:modified>
</cp:coreProperties>
</file>